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24"/>
  </p:notesMasterIdLst>
  <p:handoutMasterIdLst>
    <p:handoutMasterId r:id="rId25"/>
  </p:handoutMasterIdLst>
  <p:sldIdLst>
    <p:sldId id="319" r:id="rId5"/>
    <p:sldId id="334" r:id="rId6"/>
    <p:sldId id="335" r:id="rId7"/>
    <p:sldId id="336" r:id="rId8"/>
    <p:sldId id="337" r:id="rId9"/>
    <p:sldId id="338" r:id="rId10"/>
    <p:sldId id="339" r:id="rId11"/>
    <p:sldId id="322" r:id="rId12"/>
    <p:sldId id="323" r:id="rId13"/>
    <p:sldId id="324" r:id="rId14"/>
    <p:sldId id="325" r:id="rId15"/>
    <p:sldId id="326" r:id="rId16"/>
    <p:sldId id="327" r:id="rId17"/>
    <p:sldId id="340" r:id="rId18"/>
    <p:sldId id="329" r:id="rId19"/>
    <p:sldId id="341" r:id="rId20"/>
    <p:sldId id="331" r:id="rId21"/>
    <p:sldId id="342" r:id="rId22"/>
    <p:sldId id="333" r:id="rId23"/>
  </p:sldIdLst>
  <p:sldSz cx="9144000" cy="5143500" type="screen16x9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1">
          <p15:clr>
            <a:srgbClr val="A4A3A4"/>
          </p15:clr>
        </p15:guide>
        <p15:guide id="2" orient="horz" pos="2762">
          <p15:clr>
            <a:srgbClr val="A4A3A4"/>
          </p15:clr>
        </p15:guide>
        <p15:guide id="3" orient="horz" pos="990">
          <p15:clr>
            <a:srgbClr val="A4A3A4"/>
          </p15:clr>
        </p15:guide>
        <p15:guide id="4" orient="horz" pos="3104">
          <p15:clr>
            <a:srgbClr val="A4A3A4"/>
          </p15:clr>
        </p15:guide>
        <p15:guide id="5" orient="horz" pos="566">
          <p15:clr>
            <a:srgbClr val="A4A3A4"/>
          </p15:clr>
        </p15:guide>
        <p15:guide id="6" orient="horz" pos="2639">
          <p15:clr>
            <a:srgbClr val="A4A3A4"/>
          </p15:clr>
        </p15:guide>
        <p15:guide id="7" orient="horz" pos="758">
          <p15:clr>
            <a:srgbClr val="A4A3A4"/>
          </p15:clr>
        </p15:guide>
        <p15:guide id="8" orient="horz" pos="145">
          <p15:clr>
            <a:srgbClr val="A4A3A4"/>
          </p15:clr>
        </p15:guide>
        <p15:guide id="9" orient="horz" pos="1688">
          <p15:clr>
            <a:srgbClr val="A4A3A4"/>
          </p15:clr>
        </p15:guide>
        <p15:guide id="10" orient="horz" pos="2828">
          <p15:clr>
            <a:srgbClr val="A4A3A4"/>
          </p15:clr>
        </p15:guide>
        <p15:guide id="11" pos="5630">
          <p15:clr>
            <a:srgbClr val="A4A3A4"/>
          </p15:clr>
        </p15:guide>
        <p15:guide id="12" pos="3788">
          <p15:clr>
            <a:srgbClr val="A4A3A4"/>
          </p15:clr>
        </p15:guide>
        <p15:guide id="13" pos="2906">
          <p15:clr>
            <a:srgbClr val="A4A3A4"/>
          </p15:clr>
        </p15:guide>
        <p15:guide id="14" pos="3674">
          <p15:clr>
            <a:srgbClr val="A4A3A4"/>
          </p15:clr>
        </p15:guide>
        <p15:guide id="15" pos="3901">
          <p15:clr>
            <a:srgbClr val="A4A3A4"/>
          </p15:clr>
        </p15:guide>
        <p15:guide id="16" pos="3018">
          <p15:clr>
            <a:srgbClr val="A4A3A4"/>
          </p15:clr>
        </p15:guide>
        <p15:guide id="17" pos="2791">
          <p15:clr>
            <a:srgbClr val="A4A3A4"/>
          </p15:clr>
        </p15:guide>
        <p15:guide id="18" pos="159">
          <p15:clr>
            <a:srgbClr val="A4A3A4"/>
          </p15:clr>
        </p15:guide>
        <p15:guide id="19" pos="184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1741A-C875-4BF5-A809-370811C49139}" v="70" dt="2025-02-05T09:54:47.0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92346" autoAdjust="0"/>
  </p:normalViewPr>
  <p:slideViewPr>
    <p:cSldViewPr snapToGrid="0" snapToObjects="1">
      <p:cViewPr varScale="1">
        <p:scale>
          <a:sx n="139" d="100"/>
          <a:sy n="139" d="100"/>
        </p:scale>
        <p:origin x="576" y="114"/>
      </p:cViewPr>
      <p:guideLst>
        <p:guide orient="horz" pos="1831"/>
        <p:guide orient="horz" pos="2762"/>
        <p:guide orient="horz" pos="990"/>
        <p:guide orient="horz" pos="3104"/>
        <p:guide orient="horz" pos="566"/>
        <p:guide orient="horz" pos="2639"/>
        <p:guide orient="horz" pos="758"/>
        <p:guide orient="horz" pos="145"/>
        <p:guide orient="horz" pos="1688"/>
        <p:guide orient="horz" pos="2828"/>
        <p:guide pos="5630"/>
        <p:guide pos="3788"/>
        <p:guide pos="2906"/>
        <p:guide pos="3674"/>
        <p:guide pos="3901"/>
        <p:guide pos="3018"/>
        <p:guide pos="2791"/>
        <p:guide pos="159"/>
        <p:guide pos="18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ouher ROMDHANE" userId="efdc7ed9-8590-4574-abc6-a3752e5e4065" providerId="ADAL" clId="{C001741A-C875-4BF5-A809-370811C49139}"/>
    <pc:docChg chg="undo custSel addSld delSld modSld sldOrd">
      <pc:chgData name="Jaouher ROMDHANE" userId="efdc7ed9-8590-4574-abc6-a3752e5e4065" providerId="ADAL" clId="{C001741A-C875-4BF5-A809-370811C49139}" dt="2025-02-05T09:59:04.774" v="2408" actId="47"/>
      <pc:docMkLst>
        <pc:docMk/>
      </pc:docMkLst>
      <pc:sldChg chg="addSp delSp modSp mod">
        <pc:chgData name="Jaouher ROMDHANE" userId="efdc7ed9-8590-4574-abc6-a3752e5e4065" providerId="ADAL" clId="{C001741A-C875-4BF5-A809-370811C49139}" dt="2025-01-31T14:30:14.282" v="56" actId="478"/>
        <pc:sldMkLst>
          <pc:docMk/>
          <pc:sldMk cId="1079274304" sldId="319"/>
        </pc:sldMkLst>
        <pc:spChg chg="mod">
          <ac:chgData name="Jaouher ROMDHANE" userId="efdc7ed9-8590-4574-abc6-a3752e5e4065" providerId="ADAL" clId="{C001741A-C875-4BF5-A809-370811C49139}" dt="2025-01-31T14:29:42.230" v="51" actId="20577"/>
          <ac:spMkLst>
            <pc:docMk/>
            <pc:sldMk cId="1079274304" sldId="319"/>
            <ac:spMk id="2" creationId="{EE224831-679D-FFB1-A8F7-0952FE16E3F1}"/>
          </ac:spMkLst>
        </pc:spChg>
        <pc:picChg chg="add del mod">
          <ac:chgData name="Jaouher ROMDHANE" userId="efdc7ed9-8590-4574-abc6-a3752e5e4065" providerId="ADAL" clId="{C001741A-C875-4BF5-A809-370811C49139}" dt="2025-01-31T14:30:14.282" v="56" actId="478"/>
          <ac:picMkLst>
            <pc:docMk/>
            <pc:sldMk cId="1079274304" sldId="319"/>
            <ac:picMk id="6" creationId="{5D980B2B-04C1-717A-8390-8466937F11CE}"/>
          </ac:picMkLst>
        </pc:picChg>
      </pc:sldChg>
      <pc:sldChg chg="delSp modSp del mod">
        <pc:chgData name="Jaouher ROMDHANE" userId="efdc7ed9-8590-4574-abc6-a3752e5e4065" providerId="ADAL" clId="{C001741A-C875-4BF5-A809-370811C49139}" dt="2025-01-31T14:31:29.137" v="152" actId="47"/>
        <pc:sldMkLst>
          <pc:docMk/>
          <pc:sldMk cId="2775625948" sldId="321"/>
        </pc:sldMkLst>
        <pc:spChg chg="mod">
          <ac:chgData name="Jaouher ROMDHANE" userId="efdc7ed9-8590-4574-abc6-a3752e5e4065" providerId="ADAL" clId="{C001741A-C875-4BF5-A809-370811C49139}" dt="2025-01-31T14:30:51.798" v="130" actId="20577"/>
          <ac:spMkLst>
            <pc:docMk/>
            <pc:sldMk cId="2775625948" sldId="321"/>
            <ac:spMk id="11" creationId="{45332B01-5CE8-2AB0-43D6-B2C09178F1AD}"/>
          </ac:spMkLst>
        </pc:spChg>
        <pc:graphicFrameChg chg="del">
          <ac:chgData name="Jaouher ROMDHANE" userId="efdc7ed9-8590-4574-abc6-a3752e5e4065" providerId="ADAL" clId="{C001741A-C875-4BF5-A809-370811C49139}" dt="2025-01-31T14:31:24.636" v="151" actId="478"/>
          <ac:graphicFrameMkLst>
            <pc:docMk/>
            <pc:sldMk cId="2775625948" sldId="321"/>
            <ac:graphicFrameMk id="23" creationId="{E4343161-71C9-45EB-9900-1DB7925767CD}"/>
          </ac:graphicFrameMkLst>
        </pc:graphicFrameChg>
        <pc:picChg chg="del">
          <ac:chgData name="Jaouher ROMDHANE" userId="efdc7ed9-8590-4574-abc6-a3752e5e4065" providerId="ADAL" clId="{C001741A-C875-4BF5-A809-370811C49139}" dt="2025-01-31T14:31:20.961" v="149" actId="478"/>
          <ac:picMkLst>
            <pc:docMk/>
            <pc:sldMk cId="2775625948" sldId="321"/>
            <ac:picMk id="12" creationId="{A2FD6FCC-A313-1EF0-1099-AD7EA232A690}"/>
          </ac:picMkLst>
        </pc:picChg>
        <pc:picChg chg="del">
          <ac:chgData name="Jaouher ROMDHANE" userId="efdc7ed9-8590-4574-abc6-a3752e5e4065" providerId="ADAL" clId="{C001741A-C875-4BF5-A809-370811C49139}" dt="2025-01-31T14:31:21.471" v="150" actId="478"/>
          <ac:picMkLst>
            <pc:docMk/>
            <pc:sldMk cId="2775625948" sldId="321"/>
            <ac:picMk id="20" creationId="{9B0CAA16-F804-AAB3-3E7E-26D75616BC8D}"/>
          </ac:picMkLst>
        </pc:picChg>
      </pc:sldChg>
      <pc:sldChg chg="modSp new mod ord">
        <pc:chgData name="Jaouher ROMDHANE" userId="efdc7ed9-8590-4574-abc6-a3752e5e4065" providerId="ADAL" clId="{C001741A-C875-4BF5-A809-370811C49139}" dt="2025-02-04T14:42:46.601" v="814"/>
        <pc:sldMkLst>
          <pc:docMk/>
          <pc:sldMk cId="2984284504" sldId="322"/>
        </pc:sldMkLst>
        <pc:spChg chg="mod">
          <ac:chgData name="Jaouher ROMDHANE" userId="efdc7ed9-8590-4574-abc6-a3752e5e4065" providerId="ADAL" clId="{C001741A-C875-4BF5-A809-370811C49139}" dt="2025-02-04T14:39:15.172" v="585" actId="20577"/>
          <ac:spMkLst>
            <pc:docMk/>
            <pc:sldMk cId="2984284504" sldId="322"/>
            <ac:spMk id="3" creationId="{9A1B5285-6C1F-30A9-0683-7825CD97B1B8}"/>
          </ac:spMkLst>
        </pc:spChg>
      </pc:sldChg>
      <pc:sldChg chg="addSp delSp modSp new mod">
        <pc:chgData name="Jaouher ROMDHANE" userId="efdc7ed9-8590-4574-abc6-a3752e5e4065" providerId="ADAL" clId="{C001741A-C875-4BF5-A809-370811C49139}" dt="2025-02-05T09:34:29.214" v="1986" actId="14100"/>
        <pc:sldMkLst>
          <pc:docMk/>
          <pc:sldMk cId="2165302344" sldId="323"/>
        </pc:sldMkLst>
        <pc:spChg chg="mod">
          <ac:chgData name="Jaouher ROMDHANE" userId="efdc7ed9-8590-4574-abc6-a3752e5e4065" providerId="ADAL" clId="{C001741A-C875-4BF5-A809-370811C49139}" dt="2025-02-05T09:22:53.422" v="1817" actId="255"/>
          <ac:spMkLst>
            <pc:docMk/>
            <pc:sldMk cId="2165302344" sldId="323"/>
            <ac:spMk id="2" creationId="{B21D3652-D789-912C-3DE4-E0875A1B44A8}"/>
          </ac:spMkLst>
        </pc:spChg>
        <pc:spChg chg="mod">
          <ac:chgData name="Jaouher ROMDHANE" userId="efdc7ed9-8590-4574-abc6-a3752e5e4065" providerId="ADAL" clId="{C001741A-C875-4BF5-A809-370811C49139}" dt="2025-01-31T15:00:41.533" v="507" actId="313"/>
          <ac:spMkLst>
            <pc:docMk/>
            <pc:sldMk cId="2165302344" sldId="323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5T09:27:40.638" v="1908" actId="20577"/>
          <ac:spMkLst>
            <pc:docMk/>
            <pc:sldMk cId="2165302344" sldId="323"/>
            <ac:spMk id="6" creationId="{D8FE9309-04F3-B0F2-89D1-0F70E3A41BFB}"/>
          </ac:spMkLst>
        </pc:spChg>
        <pc:spChg chg="add mod">
          <ac:chgData name="Jaouher ROMDHANE" userId="efdc7ed9-8590-4574-abc6-a3752e5e4065" providerId="ADAL" clId="{C001741A-C875-4BF5-A809-370811C49139}" dt="2025-02-05T09:23:41.902" v="1823" actId="14100"/>
          <ac:spMkLst>
            <pc:docMk/>
            <pc:sldMk cId="2165302344" sldId="323"/>
            <ac:spMk id="7" creationId="{7AB8C3C3-8CB7-843A-F44D-B9A3EDEE94DF}"/>
          </ac:spMkLst>
        </pc:spChg>
        <pc:spChg chg="add del mod">
          <ac:chgData name="Jaouher ROMDHANE" userId="efdc7ed9-8590-4574-abc6-a3752e5e4065" providerId="ADAL" clId="{C001741A-C875-4BF5-A809-370811C49139}" dt="2025-02-05T09:23:52.294" v="1828" actId="478"/>
          <ac:spMkLst>
            <pc:docMk/>
            <pc:sldMk cId="2165302344" sldId="323"/>
            <ac:spMk id="9" creationId="{A4CD8657-8D9C-7481-8A00-391E0753EE24}"/>
          </ac:spMkLst>
        </pc:spChg>
        <pc:graphicFrameChg chg="add mod">
          <ac:chgData name="Jaouher ROMDHANE" userId="efdc7ed9-8590-4574-abc6-a3752e5e4065" providerId="ADAL" clId="{C001741A-C875-4BF5-A809-370811C49139}" dt="2025-02-05T09:23:41.902" v="1823" actId="14100"/>
          <ac:graphicFrameMkLst>
            <pc:docMk/>
            <pc:sldMk cId="2165302344" sldId="323"/>
            <ac:graphicFrameMk id="8" creationId="{A38F176B-CA07-C4B9-2B91-6A7AC7D2004A}"/>
          </ac:graphicFrameMkLst>
        </pc:graphicFrameChg>
        <pc:graphicFrameChg chg="add del mod">
          <ac:chgData name="Jaouher ROMDHANE" userId="efdc7ed9-8590-4574-abc6-a3752e5e4065" providerId="ADAL" clId="{C001741A-C875-4BF5-A809-370811C49139}" dt="2025-02-05T09:23:52.294" v="1828" actId="478"/>
          <ac:graphicFrameMkLst>
            <pc:docMk/>
            <pc:sldMk cId="2165302344" sldId="323"/>
            <ac:graphicFrameMk id="10" creationId="{E13A0E11-DC0F-7657-3376-574CBA8CD902}"/>
          </ac:graphicFrameMkLst>
        </pc:graphicFrameChg>
        <pc:picChg chg="add mod">
          <ac:chgData name="Jaouher ROMDHANE" userId="efdc7ed9-8590-4574-abc6-a3752e5e4065" providerId="ADAL" clId="{C001741A-C875-4BF5-A809-370811C49139}" dt="2025-02-05T09:34:29.214" v="1986" actId="14100"/>
          <ac:picMkLst>
            <pc:docMk/>
            <pc:sldMk cId="2165302344" sldId="323"/>
            <ac:picMk id="12" creationId="{B75FAE80-B55B-F492-03F9-024F0CAE5FBF}"/>
          </ac:picMkLst>
        </pc:picChg>
        <pc:picChg chg="add mod">
          <ac:chgData name="Jaouher ROMDHANE" userId="efdc7ed9-8590-4574-abc6-a3752e5e4065" providerId="ADAL" clId="{C001741A-C875-4BF5-A809-370811C49139}" dt="2025-02-05T09:27:53.538" v="1911" actId="1076"/>
          <ac:picMkLst>
            <pc:docMk/>
            <pc:sldMk cId="2165302344" sldId="323"/>
            <ac:picMk id="14" creationId="{703ECF3D-0ADE-AE94-269D-7A253F1CDD21}"/>
          </ac:picMkLst>
        </pc:picChg>
      </pc:sldChg>
      <pc:sldChg chg="addSp delSp modSp new mod">
        <pc:chgData name="Jaouher ROMDHANE" userId="efdc7ed9-8590-4574-abc6-a3752e5e4065" providerId="ADAL" clId="{C001741A-C875-4BF5-A809-370811C49139}" dt="2025-02-05T09:34:00.464" v="1982" actId="1076"/>
        <pc:sldMkLst>
          <pc:docMk/>
          <pc:sldMk cId="2925572111" sldId="324"/>
        </pc:sldMkLst>
        <pc:spChg chg="mod">
          <ac:chgData name="Jaouher ROMDHANE" userId="efdc7ed9-8590-4574-abc6-a3752e5e4065" providerId="ADAL" clId="{C001741A-C875-4BF5-A809-370811C49139}" dt="2025-02-05T09:32:58.347" v="1974" actId="1076"/>
          <ac:spMkLst>
            <pc:docMk/>
            <pc:sldMk cId="2925572111" sldId="324"/>
            <ac:spMk id="2" creationId="{3517D946-BC16-D52B-A39F-E4DA54BE0896}"/>
          </ac:spMkLst>
        </pc:spChg>
        <pc:spChg chg="mod">
          <ac:chgData name="Jaouher ROMDHANE" userId="efdc7ed9-8590-4574-abc6-a3752e5e4065" providerId="ADAL" clId="{C001741A-C875-4BF5-A809-370811C49139}" dt="2025-02-05T09:28:49.126" v="1945" actId="20577"/>
          <ac:spMkLst>
            <pc:docMk/>
            <pc:sldMk cId="2925572111" sldId="324"/>
            <ac:spMk id="5" creationId="{3F34CB7E-D428-5AD0-986D-EB9F9EA169E4}"/>
          </ac:spMkLst>
        </pc:spChg>
        <pc:spChg chg="del">
          <ac:chgData name="Jaouher ROMDHANE" userId="efdc7ed9-8590-4574-abc6-a3752e5e4065" providerId="ADAL" clId="{C001741A-C875-4BF5-A809-370811C49139}" dt="2025-02-05T09:29:29.438" v="1947" actId="478"/>
          <ac:spMkLst>
            <pc:docMk/>
            <pc:sldMk cId="2925572111" sldId="324"/>
            <ac:spMk id="6" creationId="{2D1B6905-E6CD-3C2B-5DED-344CD9729465}"/>
          </ac:spMkLst>
        </pc:spChg>
        <pc:spChg chg="add mod">
          <ac:chgData name="Jaouher ROMDHANE" userId="efdc7ed9-8590-4574-abc6-a3752e5e4065" providerId="ADAL" clId="{C001741A-C875-4BF5-A809-370811C49139}" dt="2025-02-05T09:33:35.456" v="1979" actId="255"/>
          <ac:spMkLst>
            <pc:docMk/>
            <pc:sldMk cId="2925572111" sldId="324"/>
            <ac:spMk id="8" creationId="{AE598716-AA46-DF81-9F9B-81280CE51CC0}"/>
          </ac:spMkLst>
        </pc:spChg>
        <pc:picChg chg="add mod">
          <ac:chgData name="Jaouher ROMDHANE" userId="efdc7ed9-8590-4574-abc6-a3752e5e4065" providerId="ADAL" clId="{C001741A-C875-4BF5-A809-370811C49139}" dt="2025-02-05T09:29:44.534" v="1950" actId="1076"/>
          <ac:picMkLst>
            <pc:docMk/>
            <pc:sldMk cId="2925572111" sldId="324"/>
            <ac:picMk id="7" creationId="{B45EA916-B1BB-DF12-476D-61298CBD5B95}"/>
          </ac:picMkLst>
        </pc:picChg>
        <pc:picChg chg="add mod">
          <ac:chgData name="Jaouher ROMDHANE" userId="efdc7ed9-8590-4574-abc6-a3752e5e4065" providerId="ADAL" clId="{C001741A-C875-4BF5-A809-370811C49139}" dt="2025-02-05T09:34:00.464" v="1982" actId="1076"/>
          <ac:picMkLst>
            <pc:docMk/>
            <pc:sldMk cId="2925572111" sldId="324"/>
            <ac:picMk id="9" creationId="{FBF0A2F3-13EC-097F-9982-19F276452CEE}"/>
          </ac:picMkLst>
        </pc:picChg>
      </pc:sldChg>
      <pc:sldChg chg="modSp add mod">
        <pc:chgData name="Jaouher ROMDHANE" userId="efdc7ed9-8590-4574-abc6-a3752e5e4065" providerId="ADAL" clId="{C001741A-C875-4BF5-A809-370811C49139}" dt="2025-02-05T09:40:00.461" v="1987" actId="1076"/>
        <pc:sldMkLst>
          <pc:docMk/>
          <pc:sldMk cId="1904779343" sldId="325"/>
        </pc:sldMkLst>
        <pc:spChg chg="mod">
          <ac:chgData name="Jaouher ROMDHANE" userId="efdc7ed9-8590-4574-abc6-a3752e5e4065" providerId="ADAL" clId="{C001741A-C875-4BF5-A809-370811C49139}" dt="2025-02-05T09:40:00.461" v="1987" actId="1076"/>
          <ac:spMkLst>
            <pc:docMk/>
            <pc:sldMk cId="1904779343" sldId="325"/>
            <ac:spMk id="2" creationId="{7A59DDA2-03FD-352D-0B0F-D9EC5821C989}"/>
          </ac:spMkLst>
        </pc:spChg>
        <pc:spChg chg="mod">
          <ac:chgData name="Jaouher ROMDHANE" userId="efdc7ed9-8590-4574-abc6-a3752e5e4065" providerId="ADAL" clId="{C001741A-C875-4BF5-A809-370811C49139}" dt="2025-01-31T14:32:28.714" v="191" actId="20577"/>
          <ac:spMkLst>
            <pc:docMk/>
            <pc:sldMk cId="1904779343" sldId="325"/>
            <ac:spMk id="3" creationId="{9A1B5285-6C1F-30A9-0683-7825CD97B1B8}"/>
          </ac:spMkLst>
        </pc:spChg>
      </pc:sldChg>
      <pc:sldChg chg="addSp delSp modSp add mod">
        <pc:chgData name="Jaouher ROMDHANE" userId="efdc7ed9-8590-4574-abc6-a3752e5e4065" providerId="ADAL" clId="{C001741A-C875-4BF5-A809-370811C49139}" dt="2025-02-05T09:44:56.196" v="2138" actId="1076"/>
        <pc:sldMkLst>
          <pc:docMk/>
          <pc:sldMk cId="847190070" sldId="326"/>
        </pc:sldMkLst>
        <pc:spChg chg="mod">
          <ac:chgData name="Jaouher ROMDHANE" userId="efdc7ed9-8590-4574-abc6-a3752e5e4065" providerId="ADAL" clId="{C001741A-C875-4BF5-A809-370811C49139}" dt="2025-02-05T09:41:59.309" v="2094" actId="20577"/>
          <ac:spMkLst>
            <pc:docMk/>
            <pc:sldMk cId="847190070" sldId="326"/>
            <ac:spMk id="2" creationId="{3517D946-BC16-D52B-A39F-E4DA54BE0896}"/>
          </ac:spMkLst>
        </pc:spChg>
        <pc:spChg chg="mod">
          <ac:chgData name="Jaouher ROMDHANE" userId="efdc7ed9-8590-4574-abc6-a3752e5e4065" providerId="ADAL" clId="{C001741A-C875-4BF5-A809-370811C49139}" dt="2025-01-31T14:32:49.873" v="211" actId="20577"/>
          <ac:spMkLst>
            <pc:docMk/>
            <pc:sldMk cId="847190070" sldId="326"/>
            <ac:spMk id="5" creationId="{3F34CB7E-D428-5AD0-986D-EB9F9EA169E4}"/>
          </ac:spMkLst>
        </pc:spChg>
        <pc:spChg chg="del">
          <ac:chgData name="Jaouher ROMDHANE" userId="efdc7ed9-8590-4574-abc6-a3752e5e4065" providerId="ADAL" clId="{C001741A-C875-4BF5-A809-370811C49139}" dt="2025-02-05T09:40:50.182" v="1990" actId="478"/>
          <ac:spMkLst>
            <pc:docMk/>
            <pc:sldMk cId="847190070" sldId="326"/>
            <ac:spMk id="6" creationId="{2D1B6905-E6CD-3C2B-5DED-344CD9729465}"/>
          </ac:spMkLst>
        </pc:spChg>
        <pc:spChg chg="add mod">
          <ac:chgData name="Jaouher ROMDHANE" userId="efdc7ed9-8590-4574-abc6-a3752e5e4065" providerId="ADAL" clId="{C001741A-C875-4BF5-A809-370811C49139}" dt="2025-02-05T09:42:54.678" v="2123" actId="20577"/>
          <ac:spMkLst>
            <pc:docMk/>
            <pc:sldMk cId="847190070" sldId="326"/>
            <ac:spMk id="7" creationId="{FD3591B9-9AA8-982C-4E93-462BE6F626E8}"/>
          </ac:spMkLst>
        </pc:spChg>
        <pc:picChg chg="add mod modCrop">
          <ac:chgData name="Jaouher ROMDHANE" userId="efdc7ed9-8590-4574-abc6-a3752e5e4065" providerId="ADAL" clId="{C001741A-C875-4BF5-A809-370811C49139}" dt="2025-02-05T09:44:48.014" v="2136" actId="1076"/>
          <ac:picMkLst>
            <pc:docMk/>
            <pc:sldMk cId="847190070" sldId="326"/>
            <ac:picMk id="8" creationId="{EE01C054-5571-EF07-803C-BE8080BD63DF}"/>
          </ac:picMkLst>
        </pc:picChg>
        <pc:picChg chg="add mod">
          <ac:chgData name="Jaouher ROMDHANE" userId="efdc7ed9-8590-4574-abc6-a3752e5e4065" providerId="ADAL" clId="{C001741A-C875-4BF5-A809-370811C49139}" dt="2025-02-05T09:44:56.196" v="2138" actId="1076"/>
          <ac:picMkLst>
            <pc:docMk/>
            <pc:sldMk cId="847190070" sldId="326"/>
            <ac:picMk id="9" creationId="{54297225-36F1-5A10-C88B-C4EDB402510E}"/>
          </ac:picMkLst>
        </pc:picChg>
      </pc:sldChg>
      <pc:sldChg chg="addSp modSp add mod">
        <pc:chgData name="Jaouher ROMDHANE" userId="efdc7ed9-8590-4574-abc6-a3752e5e4065" providerId="ADAL" clId="{C001741A-C875-4BF5-A809-370811C49139}" dt="2025-02-05T09:45:57.756" v="2142"/>
        <pc:sldMkLst>
          <pc:docMk/>
          <pc:sldMk cId="1182769020" sldId="327"/>
        </pc:sldMkLst>
        <pc:spChg chg="mod">
          <ac:chgData name="Jaouher ROMDHANE" userId="efdc7ed9-8590-4574-abc6-a3752e5e4065" providerId="ADAL" clId="{C001741A-C875-4BF5-A809-370811C49139}" dt="2025-01-31T14:33:07.050" v="234" actId="20577"/>
          <ac:spMkLst>
            <pc:docMk/>
            <pc:sldMk cId="1182769020" sldId="327"/>
            <ac:spMk id="3" creationId="{9A1B5285-6C1F-30A9-0683-7825CD97B1B8}"/>
          </ac:spMkLst>
        </pc:spChg>
        <pc:spChg chg="add mod">
          <ac:chgData name="Jaouher ROMDHANE" userId="efdc7ed9-8590-4574-abc6-a3752e5e4065" providerId="ADAL" clId="{C001741A-C875-4BF5-A809-370811C49139}" dt="2025-02-05T09:45:54.516" v="2140"/>
          <ac:spMkLst>
            <pc:docMk/>
            <pc:sldMk cId="1182769020" sldId="327"/>
            <ac:spMk id="7" creationId="{29686FB5-4232-4AF2-F6D4-F0EF35830708}"/>
          </ac:spMkLst>
        </pc:spChg>
        <pc:spChg chg="add mod">
          <ac:chgData name="Jaouher ROMDHANE" userId="efdc7ed9-8590-4574-abc6-a3752e5e4065" providerId="ADAL" clId="{C001741A-C875-4BF5-A809-370811C49139}" dt="2025-02-05T09:45:57.756" v="2142"/>
          <ac:spMkLst>
            <pc:docMk/>
            <pc:sldMk cId="1182769020" sldId="327"/>
            <ac:spMk id="8" creationId="{E02847D9-25EE-AB95-A15C-8EFDBE88817D}"/>
          </ac:spMkLst>
        </pc:spChg>
      </pc:sldChg>
      <pc:sldChg chg="modSp add del mod">
        <pc:chgData name="Jaouher ROMDHANE" userId="efdc7ed9-8590-4574-abc6-a3752e5e4065" providerId="ADAL" clId="{C001741A-C875-4BF5-A809-370811C49139}" dt="2025-02-05T09:49:59.089" v="2240" actId="47"/>
        <pc:sldMkLst>
          <pc:docMk/>
          <pc:sldMk cId="3703703518" sldId="328"/>
        </pc:sldMkLst>
        <pc:spChg chg="mod">
          <ac:chgData name="Jaouher ROMDHANE" userId="efdc7ed9-8590-4574-abc6-a3752e5e4065" providerId="ADAL" clId="{C001741A-C875-4BF5-A809-370811C49139}" dt="2025-01-31T14:33:24.236" v="257" actId="20577"/>
          <ac:spMkLst>
            <pc:docMk/>
            <pc:sldMk cId="3703703518" sldId="328"/>
            <ac:spMk id="5" creationId="{3F34CB7E-D428-5AD0-986D-EB9F9EA169E4}"/>
          </ac:spMkLst>
        </pc:spChg>
      </pc:sldChg>
      <pc:sldChg chg="modSp add mod">
        <pc:chgData name="Jaouher ROMDHANE" userId="efdc7ed9-8590-4574-abc6-a3752e5e4065" providerId="ADAL" clId="{C001741A-C875-4BF5-A809-370811C49139}" dt="2025-01-31T14:33:48.294" v="284" actId="20577"/>
        <pc:sldMkLst>
          <pc:docMk/>
          <pc:sldMk cId="3275667517" sldId="329"/>
        </pc:sldMkLst>
        <pc:spChg chg="mod">
          <ac:chgData name="Jaouher ROMDHANE" userId="efdc7ed9-8590-4574-abc6-a3752e5e4065" providerId="ADAL" clId="{C001741A-C875-4BF5-A809-370811C49139}" dt="2025-01-31T14:33:48.294" v="284" actId="20577"/>
          <ac:spMkLst>
            <pc:docMk/>
            <pc:sldMk cId="3275667517" sldId="329"/>
            <ac:spMk id="3" creationId="{9A1B5285-6C1F-30A9-0683-7825CD97B1B8}"/>
          </ac:spMkLst>
        </pc:spChg>
      </pc:sldChg>
      <pc:sldChg chg="modSp add del mod">
        <pc:chgData name="Jaouher ROMDHANE" userId="efdc7ed9-8590-4574-abc6-a3752e5e4065" providerId="ADAL" clId="{C001741A-C875-4BF5-A809-370811C49139}" dt="2025-02-05T09:50:47.014" v="2245" actId="47"/>
        <pc:sldMkLst>
          <pc:docMk/>
          <pc:sldMk cId="2853979956" sldId="330"/>
        </pc:sldMkLst>
        <pc:spChg chg="mod">
          <ac:chgData name="Jaouher ROMDHANE" userId="efdc7ed9-8590-4574-abc6-a3752e5e4065" providerId="ADAL" clId="{C001741A-C875-4BF5-A809-370811C49139}" dt="2025-01-31T14:34:05.010" v="311" actId="20577"/>
          <ac:spMkLst>
            <pc:docMk/>
            <pc:sldMk cId="2853979956" sldId="330"/>
            <ac:spMk id="5" creationId="{3F34CB7E-D428-5AD0-986D-EB9F9EA169E4}"/>
          </ac:spMkLst>
        </pc:spChg>
      </pc:sldChg>
      <pc:sldChg chg="modSp add mod">
        <pc:chgData name="Jaouher ROMDHANE" userId="efdc7ed9-8590-4574-abc6-a3752e5e4065" providerId="ADAL" clId="{C001741A-C875-4BF5-A809-370811C49139}" dt="2025-01-31T14:34:21.243" v="324" actId="20577"/>
        <pc:sldMkLst>
          <pc:docMk/>
          <pc:sldMk cId="3603327434" sldId="331"/>
        </pc:sldMkLst>
        <pc:spChg chg="mod">
          <ac:chgData name="Jaouher ROMDHANE" userId="efdc7ed9-8590-4574-abc6-a3752e5e4065" providerId="ADAL" clId="{C001741A-C875-4BF5-A809-370811C49139}" dt="2025-01-31T14:34:21.243" v="324" actId="20577"/>
          <ac:spMkLst>
            <pc:docMk/>
            <pc:sldMk cId="3603327434" sldId="331"/>
            <ac:spMk id="3" creationId="{9A1B5285-6C1F-30A9-0683-7825CD97B1B8}"/>
          </ac:spMkLst>
        </pc:spChg>
      </pc:sldChg>
      <pc:sldChg chg="modSp add del mod">
        <pc:chgData name="Jaouher ROMDHANE" userId="efdc7ed9-8590-4574-abc6-a3752e5e4065" providerId="ADAL" clId="{C001741A-C875-4BF5-A809-370811C49139}" dt="2025-02-05T09:59:04.774" v="2408" actId="47"/>
        <pc:sldMkLst>
          <pc:docMk/>
          <pc:sldMk cId="261962685" sldId="332"/>
        </pc:sldMkLst>
        <pc:spChg chg="mod">
          <ac:chgData name="Jaouher ROMDHANE" userId="efdc7ed9-8590-4574-abc6-a3752e5e4065" providerId="ADAL" clId="{C001741A-C875-4BF5-A809-370811C49139}" dt="2025-01-31T14:34:34.997" v="337" actId="20577"/>
          <ac:spMkLst>
            <pc:docMk/>
            <pc:sldMk cId="261962685" sldId="332"/>
            <ac:spMk id="5" creationId="{3F34CB7E-D428-5AD0-986D-EB9F9EA169E4}"/>
          </ac:spMkLst>
        </pc:spChg>
      </pc:sldChg>
      <pc:sldChg chg="modSp new mod">
        <pc:chgData name="Jaouher ROMDHANE" userId="efdc7ed9-8590-4574-abc6-a3752e5e4065" providerId="ADAL" clId="{C001741A-C875-4BF5-A809-370811C49139}" dt="2025-01-31T14:35:47.795" v="405" actId="20577"/>
        <pc:sldMkLst>
          <pc:docMk/>
          <pc:sldMk cId="4270216801" sldId="333"/>
        </pc:sldMkLst>
        <pc:spChg chg="mod">
          <ac:chgData name="Jaouher ROMDHANE" userId="efdc7ed9-8590-4574-abc6-a3752e5e4065" providerId="ADAL" clId="{C001741A-C875-4BF5-A809-370811C49139}" dt="2025-01-31T14:35:33.207" v="377" actId="20577"/>
          <ac:spMkLst>
            <pc:docMk/>
            <pc:sldMk cId="4270216801" sldId="333"/>
            <ac:spMk id="2" creationId="{9952014F-772A-F557-1C61-7233EAC68DD3}"/>
          </ac:spMkLst>
        </pc:spChg>
        <pc:spChg chg="mod">
          <ac:chgData name="Jaouher ROMDHANE" userId="efdc7ed9-8590-4574-abc6-a3752e5e4065" providerId="ADAL" clId="{C001741A-C875-4BF5-A809-370811C49139}" dt="2025-01-31T14:35:47.795" v="405" actId="20577"/>
          <ac:spMkLst>
            <pc:docMk/>
            <pc:sldMk cId="4270216801" sldId="333"/>
            <ac:spMk id="3" creationId="{12C1E075-5249-AEBE-087B-C6D67564FCF5}"/>
          </ac:spMkLst>
        </pc:spChg>
      </pc:sldChg>
      <pc:sldChg chg="modSp add mod ord">
        <pc:chgData name="Jaouher ROMDHANE" userId="efdc7ed9-8590-4574-abc6-a3752e5e4065" providerId="ADAL" clId="{C001741A-C875-4BF5-A809-370811C49139}" dt="2025-02-04T14:42:42.228" v="812"/>
        <pc:sldMkLst>
          <pc:docMk/>
          <pc:sldMk cId="161835280" sldId="334"/>
        </pc:sldMkLst>
        <pc:spChg chg="mod">
          <ac:chgData name="Jaouher ROMDHANE" userId="efdc7ed9-8590-4574-abc6-a3752e5e4065" providerId="ADAL" clId="{C001741A-C875-4BF5-A809-370811C49139}" dt="2025-02-04T14:39:51.516" v="602" actId="20577"/>
          <ac:spMkLst>
            <pc:docMk/>
            <pc:sldMk cId="161835280" sldId="334"/>
            <ac:spMk id="3" creationId="{9A1B5285-6C1F-30A9-0683-7825CD97B1B8}"/>
          </ac:spMkLst>
        </pc:spChg>
      </pc:sldChg>
      <pc:sldChg chg="addSp modSp add mod">
        <pc:chgData name="Jaouher ROMDHANE" userId="efdc7ed9-8590-4574-abc6-a3752e5e4065" providerId="ADAL" clId="{C001741A-C875-4BF5-A809-370811C49139}" dt="2025-02-04T14:48:26.689" v="1024" actId="20577"/>
        <pc:sldMkLst>
          <pc:docMk/>
          <pc:sldMk cId="1096903673" sldId="335"/>
        </pc:sldMkLst>
        <pc:spChg chg="mod">
          <ac:chgData name="Jaouher ROMDHANE" userId="efdc7ed9-8590-4574-abc6-a3752e5e4065" providerId="ADAL" clId="{C001741A-C875-4BF5-A809-370811C49139}" dt="2025-02-04T14:45:44.942" v="928" actId="1076"/>
          <ac:spMkLst>
            <pc:docMk/>
            <pc:sldMk cId="1096903673" sldId="335"/>
            <ac:spMk id="2" creationId="{B21D3652-D789-912C-3DE4-E0875A1B44A8}"/>
          </ac:spMkLst>
        </pc:spChg>
        <pc:spChg chg="mod">
          <ac:chgData name="Jaouher ROMDHANE" userId="efdc7ed9-8590-4574-abc6-a3752e5e4065" providerId="ADAL" clId="{C001741A-C875-4BF5-A809-370811C49139}" dt="2025-02-04T14:48:26.689" v="1024" actId="20577"/>
          <ac:spMkLst>
            <pc:docMk/>
            <pc:sldMk cId="1096903673" sldId="335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4T14:45:52.117" v="929" actId="1076"/>
          <ac:spMkLst>
            <pc:docMk/>
            <pc:sldMk cId="1096903673" sldId="335"/>
            <ac:spMk id="6" creationId="{D8FE9309-04F3-B0F2-89D1-0F70E3A41BFB}"/>
          </ac:spMkLst>
        </pc:spChg>
        <pc:spChg chg="add mod">
          <ac:chgData name="Jaouher ROMDHANE" userId="efdc7ed9-8590-4574-abc6-a3752e5e4065" providerId="ADAL" clId="{C001741A-C875-4BF5-A809-370811C49139}" dt="2025-02-04T14:44:14.602" v="836" actId="1076"/>
          <ac:spMkLst>
            <pc:docMk/>
            <pc:sldMk cId="1096903673" sldId="335"/>
            <ac:spMk id="9" creationId="{89F29F1F-7BCC-3444-1A8B-2997E399C385}"/>
          </ac:spMkLst>
        </pc:spChg>
        <pc:spChg chg="add mod">
          <ac:chgData name="Jaouher ROMDHANE" userId="efdc7ed9-8590-4574-abc6-a3752e5e4065" providerId="ADAL" clId="{C001741A-C875-4BF5-A809-370811C49139}" dt="2025-02-04T14:44:30.313" v="853" actId="20577"/>
          <ac:spMkLst>
            <pc:docMk/>
            <pc:sldMk cId="1096903673" sldId="335"/>
            <ac:spMk id="10" creationId="{45C24537-C41B-2493-4D6A-C5BFD91426EE}"/>
          </ac:spMkLst>
        </pc:spChg>
        <pc:spChg chg="add mod">
          <ac:chgData name="Jaouher ROMDHANE" userId="efdc7ed9-8590-4574-abc6-a3752e5e4065" providerId="ADAL" clId="{C001741A-C875-4BF5-A809-370811C49139}" dt="2025-02-04T14:46:13.398" v="963" actId="20577"/>
          <ac:spMkLst>
            <pc:docMk/>
            <pc:sldMk cId="1096903673" sldId="335"/>
            <ac:spMk id="11" creationId="{9EBB157B-0364-A96D-B385-A14D11960651}"/>
          </ac:spMkLst>
        </pc:spChg>
        <pc:picChg chg="add mod">
          <ac:chgData name="Jaouher ROMDHANE" userId="efdc7ed9-8590-4574-abc6-a3752e5e4065" providerId="ADAL" clId="{C001741A-C875-4BF5-A809-370811C49139}" dt="2025-02-04T14:43:10.736" v="819" actId="1076"/>
          <ac:picMkLst>
            <pc:docMk/>
            <pc:sldMk cId="1096903673" sldId="335"/>
            <ac:picMk id="7" creationId="{458A389F-CBC7-AAE0-1F8D-4820001E3151}"/>
          </ac:picMkLst>
        </pc:picChg>
        <pc:picChg chg="add mod">
          <ac:chgData name="Jaouher ROMDHANE" userId="efdc7ed9-8590-4574-abc6-a3752e5e4065" providerId="ADAL" clId="{C001741A-C875-4BF5-A809-370811C49139}" dt="2025-02-04T14:43:07.772" v="818" actId="1076"/>
          <ac:picMkLst>
            <pc:docMk/>
            <pc:sldMk cId="1096903673" sldId="335"/>
            <ac:picMk id="8" creationId="{B748E7F8-E1D0-F1A3-5026-6311747823F5}"/>
          </ac:picMkLst>
        </pc:picChg>
      </pc:sldChg>
      <pc:sldChg chg="addSp delSp modSp add mod">
        <pc:chgData name="Jaouher ROMDHANE" userId="efdc7ed9-8590-4574-abc6-a3752e5e4065" providerId="ADAL" clId="{C001741A-C875-4BF5-A809-370811C49139}" dt="2025-02-05T09:21:01.927" v="1784" actId="20577"/>
        <pc:sldMkLst>
          <pc:docMk/>
          <pc:sldMk cId="2025123948" sldId="336"/>
        </pc:sldMkLst>
        <pc:spChg chg="mod">
          <ac:chgData name="Jaouher ROMDHANE" userId="efdc7ed9-8590-4574-abc6-a3752e5e4065" providerId="ADAL" clId="{C001741A-C875-4BF5-A809-370811C49139}" dt="2025-02-04T14:48:58.427" v="1046" actId="1076"/>
          <ac:spMkLst>
            <pc:docMk/>
            <pc:sldMk cId="2025123948" sldId="336"/>
            <ac:spMk id="2" creationId="{B21D3652-D789-912C-3DE4-E0875A1B44A8}"/>
          </ac:spMkLst>
        </pc:spChg>
        <pc:spChg chg="mod">
          <ac:chgData name="Jaouher ROMDHANE" userId="efdc7ed9-8590-4574-abc6-a3752e5e4065" providerId="ADAL" clId="{C001741A-C875-4BF5-A809-370811C49139}" dt="2025-02-04T14:48:22.131" v="1023" actId="20577"/>
          <ac:spMkLst>
            <pc:docMk/>
            <pc:sldMk cId="2025123948" sldId="336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4T14:50:38.740" v="1079" actId="6549"/>
          <ac:spMkLst>
            <pc:docMk/>
            <pc:sldMk cId="2025123948" sldId="336"/>
            <ac:spMk id="6" creationId="{D8FE9309-04F3-B0F2-89D1-0F70E3A41BFB}"/>
          </ac:spMkLst>
        </pc:spChg>
        <pc:spChg chg="del">
          <ac:chgData name="Jaouher ROMDHANE" userId="efdc7ed9-8590-4574-abc6-a3752e5e4065" providerId="ADAL" clId="{C001741A-C875-4BF5-A809-370811C49139}" dt="2025-02-04T14:50:36.726" v="1078" actId="478"/>
          <ac:spMkLst>
            <pc:docMk/>
            <pc:sldMk cId="2025123948" sldId="336"/>
            <ac:spMk id="9" creationId="{89F29F1F-7BCC-3444-1A8B-2997E399C385}"/>
          </ac:spMkLst>
        </pc:spChg>
        <pc:spChg chg="add mod">
          <ac:chgData name="Jaouher ROMDHANE" userId="efdc7ed9-8590-4574-abc6-a3752e5e4065" providerId="ADAL" clId="{C001741A-C875-4BF5-A809-370811C49139}" dt="2025-02-05T09:19:59.442" v="1720" actId="255"/>
          <ac:spMkLst>
            <pc:docMk/>
            <pc:sldMk cId="2025123948" sldId="336"/>
            <ac:spMk id="10" creationId="{188C496D-7A13-A826-229C-6659C8B39A5E}"/>
          </ac:spMkLst>
        </pc:spChg>
        <pc:spChg chg="del">
          <ac:chgData name="Jaouher ROMDHANE" userId="efdc7ed9-8590-4574-abc6-a3752e5e4065" providerId="ADAL" clId="{C001741A-C875-4BF5-A809-370811C49139}" dt="2025-02-04T14:50:34.621" v="1077" actId="478"/>
          <ac:spMkLst>
            <pc:docMk/>
            <pc:sldMk cId="2025123948" sldId="336"/>
            <ac:spMk id="10" creationId="{45C24537-C41B-2493-4D6A-C5BFD91426EE}"/>
          </ac:spMkLst>
        </pc:spChg>
        <pc:spChg chg="del">
          <ac:chgData name="Jaouher ROMDHANE" userId="efdc7ed9-8590-4574-abc6-a3752e5e4065" providerId="ADAL" clId="{C001741A-C875-4BF5-A809-370811C49139}" dt="2025-02-04T14:50:40.846" v="1080" actId="478"/>
          <ac:spMkLst>
            <pc:docMk/>
            <pc:sldMk cId="2025123948" sldId="336"/>
            <ac:spMk id="11" creationId="{9EBB157B-0364-A96D-B385-A14D11960651}"/>
          </ac:spMkLst>
        </pc:spChg>
        <pc:spChg chg="add mod">
          <ac:chgData name="Jaouher ROMDHANE" userId="efdc7ed9-8590-4574-abc6-a3752e5e4065" providerId="ADAL" clId="{C001741A-C875-4BF5-A809-370811C49139}" dt="2025-02-05T09:20:43.024" v="1769" actId="20577"/>
          <ac:spMkLst>
            <pc:docMk/>
            <pc:sldMk cId="2025123948" sldId="336"/>
            <ac:spMk id="11" creationId="{D35CCC8D-50A5-6CDC-3FE9-DCDFCCFFB67B}"/>
          </ac:spMkLst>
        </pc:spChg>
        <pc:spChg chg="add mod">
          <ac:chgData name="Jaouher ROMDHANE" userId="efdc7ed9-8590-4574-abc6-a3752e5e4065" providerId="ADAL" clId="{C001741A-C875-4BF5-A809-370811C49139}" dt="2025-02-05T09:21:01.927" v="1784" actId="20577"/>
          <ac:spMkLst>
            <pc:docMk/>
            <pc:sldMk cId="2025123948" sldId="336"/>
            <ac:spMk id="12" creationId="{F0C0C220-9654-9917-ADC5-48C5DAA8EDF3}"/>
          </ac:spMkLst>
        </pc:spChg>
        <pc:picChg chg="add mod">
          <ac:chgData name="Jaouher ROMDHANE" userId="efdc7ed9-8590-4574-abc6-a3752e5e4065" providerId="ADAL" clId="{C001741A-C875-4BF5-A809-370811C49139}" dt="2025-02-05T09:19:03.379" v="1674" actId="1076"/>
          <ac:picMkLst>
            <pc:docMk/>
            <pc:sldMk cId="2025123948" sldId="336"/>
            <ac:picMk id="7" creationId="{19B3EB66-3E0D-2334-54A7-4CB2EE6F0291}"/>
          </ac:picMkLst>
        </pc:picChg>
        <pc:picChg chg="del">
          <ac:chgData name="Jaouher ROMDHANE" userId="efdc7ed9-8590-4574-abc6-a3752e5e4065" providerId="ADAL" clId="{C001741A-C875-4BF5-A809-370811C49139}" dt="2025-02-04T14:50:31.814" v="1075" actId="478"/>
          <ac:picMkLst>
            <pc:docMk/>
            <pc:sldMk cId="2025123948" sldId="336"/>
            <ac:picMk id="7" creationId="{458A389F-CBC7-AAE0-1F8D-4820001E3151}"/>
          </ac:picMkLst>
        </pc:picChg>
        <pc:picChg chg="del">
          <ac:chgData name="Jaouher ROMDHANE" userId="efdc7ed9-8590-4574-abc6-a3752e5e4065" providerId="ADAL" clId="{C001741A-C875-4BF5-A809-370811C49139}" dt="2025-02-04T14:50:33.071" v="1076" actId="478"/>
          <ac:picMkLst>
            <pc:docMk/>
            <pc:sldMk cId="2025123948" sldId="336"/>
            <ac:picMk id="8" creationId="{B748E7F8-E1D0-F1A3-5026-6311747823F5}"/>
          </ac:picMkLst>
        </pc:picChg>
        <pc:picChg chg="add mod">
          <ac:chgData name="Jaouher ROMDHANE" userId="efdc7ed9-8590-4574-abc6-a3752e5e4065" providerId="ADAL" clId="{C001741A-C875-4BF5-A809-370811C49139}" dt="2025-02-05T09:19:04.976" v="1675" actId="1076"/>
          <ac:picMkLst>
            <pc:docMk/>
            <pc:sldMk cId="2025123948" sldId="336"/>
            <ac:picMk id="8" creationId="{EDC2733F-CCDC-B64B-F80B-BBA12B1BF567}"/>
          </ac:picMkLst>
        </pc:picChg>
        <pc:picChg chg="add mod">
          <ac:chgData name="Jaouher ROMDHANE" userId="efdc7ed9-8590-4574-abc6-a3752e5e4065" providerId="ADAL" clId="{C001741A-C875-4BF5-A809-370811C49139}" dt="2025-02-05T09:19:09.999" v="1676" actId="1076"/>
          <ac:picMkLst>
            <pc:docMk/>
            <pc:sldMk cId="2025123948" sldId="336"/>
            <ac:picMk id="9" creationId="{FDC98825-DA92-8E48-87E3-61435733AA7A}"/>
          </ac:picMkLst>
        </pc:picChg>
      </pc:sldChg>
      <pc:sldChg chg="modSp add del mod">
        <pc:chgData name="Jaouher ROMDHANE" userId="efdc7ed9-8590-4574-abc6-a3752e5e4065" providerId="ADAL" clId="{C001741A-C875-4BF5-A809-370811C49139}" dt="2025-02-04T14:47:46.253" v="1018"/>
        <pc:sldMkLst>
          <pc:docMk/>
          <pc:sldMk cId="3524085829" sldId="336"/>
        </pc:sldMkLst>
        <pc:spChg chg="mod">
          <ac:chgData name="Jaouher ROMDHANE" userId="efdc7ed9-8590-4574-abc6-a3752e5e4065" providerId="ADAL" clId="{C001741A-C875-4BF5-A809-370811C49139}" dt="2025-02-04T14:47:45.853" v="1017" actId="20577"/>
          <ac:spMkLst>
            <pc:docMk/>
            <pc:sldMk cId="3524085829" sldId="336"/>
            <ac:spMk id="5" creationId="{BEA3FF1E-B369-D662-97C7-3D385ABEBECE}"/>
          </ac:spMkLst>
        </pc:spChg>
      </pc:sldChg>
      <pc:sldChg chg="addSp delSp modSp add mod">
        <pc:chgData name="Jaouher ROMDHANE" userId="efdc7ed9-8590-4574-abc6-a3752e5e4065" providerId="ADAL" clId="{C001741A-C875-4BF5-A809-370811C49139}" dt="2025-02-04T14:56:26.099" v="1275" actId="1076"/>
        <pc:sldMkLst>
          <pc:docMk/>
          <pc:sldMk cId="2576938" sldId="337"/>
        </pc:sldMkLst>
        <pc:spChg chg="del mod">
          <ac:chgData name="Jaouher ROMDHANE" userId="efdc7ed9-8590-4574-abc6-a3752e5e4065" providerId="ADAL" clId="{C001741A-C875-4BF5-A809-370811C49139}" dt="2025-02-04T14:55:09.263" v="1233" actId="478"/>
          <ac:spMkLst>
            <pc:docMk/>
            <pc:sldMk cId="2576938" sldId="337"/>
            <ac:spMk id="2" creationId="{B21D3652-D789-912C-3DE4-E0875A1B44A8}"/>
          </ac:spMkLst>
        </pc:spChg>
        <pc:spChg chg="mod">
          <ac:chgData name="Jaouher ROMDHANE" userId="efdc7ed9-8590-4574-abc6-a3752e5e4065" providerId="ADAL" clId="{C001741A-C875-4BF5-A809-370811C49139}" dt="2025-02-04T14:51:40.498" v="1146" actId="20577"/>
          <ac:spMkLst>
            <pc:docMk/>
            <pc:sldMk cId="2576938" sldId="337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4T14:55:59.407" v="1270" actId="20577"/>
          <ac:spMkLst>
            <pc:docMk/>
            <pc:sldMk cId="2576938" sldId="337"/>
            <ac:spMk id="6" creationId="{D8FE9309-04F3-B0F2-89D1-0F70E3A41BFB}"/>
          </ac:spMkLst>
        </pc:spChg>
        <pc:spChg chg="add del mod">
          <ac:chgData name="Jaouher ROMDHANE" userId="efdc7ed9-8590-4574-abc6-a3752e5e4065" providerId="ADAL" clId="{C001741A-C875-4BF5-A809-370811C49139}" dt="2025-02-04T14:55:10.775" v="1234" actId="478"/>
          <ac:spMkLst>
            <pc:docMk/>
            <pc:sldMk cId="2576938" sldId="337"/>
            <ac:spMk id="9" creationId="{B51966C7-9C79-C022-65C9-41BA80744DD7}"/>
          </ac:spMkLst>
        </pc:spChg>
        <pc:picChg chg="add mod">
          <ac:chgData name="Jaouher ROMDHANE" userId="efdc7ed9-8590-4574-abc6-a3752e5e4065" providerId="ADAL" clId="{C001741A-C875-4BF5-A809-370811C49139}" dt="2025-02-04T14:56:07.912" v="1271" actId="1076"/>
          <ac:picMkLst>
            <pc:docMk/>
            <pc:sldMk cId="2576938" sldId="337"/>
            <ac:picMk id="7" creationId="{BD48ADB8-44A8-7027-0F91-6EAE5B89CF59}"/>
          </ac:picMkLst>
        </pc:picChg>
        <pc:picChg chg="add mod">
          <ac:chgData name="Jaouher ROMDHANE" userId="efdc7ed9-8590-4574-abc6-a3752e5e4065" providerId="ADAL" clId="{C001741A-C875-4BF5-A809-370811C49139}" dt="2025-02-04T14:56:26.099" v="1275" actId="1076"/>
          <ac:picMkLst>
            <pc:docMk/>
            <pc:sldMk cId="2576938" sldId="337"/>
            <ac:picMk id="10" creationId="{675B34F0-FBD1-E244-B8BE-99B1B2077AED}"/>
          </ac:picMkLst>
        </pc:picChg>
      </pc:sldChg>
      <pc:sldChg chg="addSp delSp modSp add mod">
        <pc:chgData name="Jaouher ROMDHANE" userId="efdc7ed9-8590-4574-abc6-a3752e5e4065" providerId="ADAL" clId="{C001741A-C875-4BF5-A809-370811C49139}" dt="2025-02-04T15:01:02.076" v="1600" actId="1076"/>
        <pc:sldMkLst>
          <pc:docMk/>
          <pc:sldMk cId="2309930597" sldId="338"/>
        </pc:sldMkLst>
        <pc:spChg chg="mod">
          <ac:chgData name="Jaouher ROMDHANE" userId="efdc7ed9-8590-4574-abc6-a3752e5e4065" providerId="ADAL" clId="{C001741A-C875-4BF5-A809-370811C49139}" dt="2025-02-04T14:57:29.492" v="1298" actId="313"/>
          <ac:spMkLst>
            <pc:docMk/>
            <pc:sldMk cId="2309930597" sldId="338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4T15:00:22.025" v="1590" actId="20577"/>
          <ac:spMkLst>
            <pc:docMk/>
            <pc:sldMk cId="2309930597" sldId="338"/>
            <ac:spMk id="6" creationId="{D8FE9309-04F3-B0F2-89D1-0F70E3A41BFB}"/>
          </ac:spMkLst>
        </pc:spChg>
        <pc:picChg chg="add mod">
          <ac:chgData name="Jaouher ROMDHANE" userId="efdc7ed9-8590-4574-abc6-a3752e5e4065" providerId="ADAL" clId="{C001741A-C875-4BF5-A809-370811C49139}" dt="2025-02-04T15:01:02.076" v="1600" actId="1076"/>
          <ac:picMkLst>
            <pc:docMk/>
            <pc:sldMk cId="2309930597" sldId="338"/>
            <ac:picMk id="2" creationId="{7E31094C-CC01-FC7F-8B77-BE934A21563F}"/>
          </ac:picMkLst>
        </pc:picChg>
        <pc:picChg chg="del mod">
          <ac:chgData name="Jaouher ROMDHANE" userId="efdc7ed9-8590-4574-abc6-a3752e5e4065" providerId="ADAL" clId="{C001741A-C875-4BF5-A809-370811C49139}" dt="2025-02-04T15:00:25.902" v="1592" actId="478"/>
          <ac:picMkLst>
            <pc:docMk/>
            <pc:sldMk cId="2309930597" sldId="338"/>
            <ac:picMk id="7" creationId="{BD48ADB8-44A8-7027-0F91-6EAE5B89CF59}"/>
          </ac:picMkLst>
        </pc:picChg>
        <pc:picChg chg="add mod">
          <ac:chgData name="Jaouher ROMDHANE" userId="efdc7ed9-8590-4574-abc6-a3752e5e4065" providerId="ADAL" clId="{C001741A-C875-4BF5-A809-370811C49139}" dt="2025-02-04T15:01:00.689" v="1599" actId="1076"/>
          <ac:picMkLst>
            <pc:docMk/>
            <pc:sldMk cId="2309930597" sldId="338"/>
            <ac:picMk id="8" creationId="{1D5F54F5-2B88-8E77-D7A6-0F2C49D81B77}"/>
          </ac:picMkLst>
        </pc:picChg>
        <pc:picChg chg="del mod">
          <ac:chgData name="Jaouher ROMDHANE" userId="efdc7ed9-8590-4574-abc6-a3752e5e4065" providerId="ADAL" clId="{C001741A-C875-4BF5-A809-370811C49139}" dt="2025-02-04T15:00:25.132" v="1591" actId="478"/>
          <ac:picMkLst>
            <pc:docMk/>
            <pc:sldMk cId="2309930597" sldId="338"/>
            <ac:picMk id="10" creationId="{675B34F0-FBD1-E244-B8BE-99B1B2077AED}"/>
          </ac:picMkLst>
        </pc:picChg>
      </pc:sldChg>
      <pc:sldChg chg="addSp delSp modSp add mod">
        <pc:chgData name="Jaouher ROMDHANE" userId="efdc7ed9-8590-4574-abc6-a3752e5e4065" providerId="ADAL" clId="{C001741A-C875-4BF5-A809-370811C49139}" dt="2025-02-04T15:06:37.357" v="1667" actId="1076"/>
        <pc:sldMkLst>
          <pc:docMk/>
          <pc:sldMk cId="1806802892" sldId="339"/>
        </pc:sldMkLst>
        <pc:spChg chg="mod">
          <ac:chgData name="Jaouher ROMDHANE" userId="efdc7ed9-8590-4574-abc6-a3752e5e4065" providerId="ADAL" clId="{C001741A-C875-4BF5-A809-370811C49139}" dt="2025-02-04T15:04:50.231" v="1647" actId="20577"/>
          <ac:spMkLst>
            <pc:docMk/>
            <pc:sldMk cId="1806802892" sldId="339"/>
            <ac:spMk id="5" creationId="{BEA3FF1E-B369-D662-97C7-3D385ABEBECE}"/>
          </ac:spMkLst>
        </pc:spChg>
        <pc:spChg chg="mod">
          <ac:chgData name="Jaouher ROMDHANE" userId="efdc7ed9-8590-4574-abc6-a3752e5e4065" providerId="ADAL" clId="{C001741A-C875-4BF5-A809-370811C49139}" dt="2025-02-04T15:06:18.213" v="1662" actId="20577"/>
          <ac:spMkLst>
            <pc:docMk/>
            <pc:sldMk cId="1806802892" sldId="339"/>
            <ac:spMk id="6" creationId="{D8FE9309-04F3-B0F2-89D1-0F70E3A41BFB}"/>
          </ac:spMkLst>
        </pc:spChg>
        <pc:picChg chg="del mod">
          <ac:chgData name="Jaouher ROMDHANE" userId="efdc7ed9-8590-4574-abc6-a3752e5e4065" providerId="ADAL" clId="{C001741A-C875-4BF5-A809-370811C49139}" dt="2025-02-04T15:02:33.727" v="1604" actId="478"/>
          <ac:picMkLst>
            <pc:docMk/>
            <pc:sldMk cId="1806802892" sldId="339"/>
            <ac:picMk id="2" creationId="{7E31094C-CC01-FC7F-8B77-BE934A21563F}"/>
          </ac:picMkLst>
        </pc:picChg>
        <pc:picChg chg="add del mod">
          <ac:chgData name="Jaouher ROMDHANE" userId="efdc7ed9-8590-4574-abc6-a3752e5e4065" providerId="ADAL" clId="{C001741A-C875-4BF5-A809-370811C49139}" dt="2025-02-04T15:04:53.261" v="1649" actId="478"/>
          <ac:picMkLst>
            <pc:docMk/>
            <pc:sldMk cId="1806802892" sldId="339"/>
            <ac:picMk id="7" creationId="{F5CD50D2-AE79-C3F2-4A9F-34129F5A7224}"/>
          </ac:picMkLst>
        </pc:picChg>
        <pc:picChg chg="del mod">
          <ac:chgData name="Jaouher ROMDHANE" userId="efdc7ed9-8590-4574-abc6-a3752e5e4065" providerId="ADAL" clId="{C001741A-C875-4BF5-A809-370811C49139}" dt="2025-02-04T15:02:43.656" v="1608" actId="478"/>
          <ac:picMkLst>
            <pc:docMk/>
            <pc:sldMk cId="1806802892" sldId="339"/>
            <ac:picMk id="8" creationId="{1D5F54F5-2B88-8E77-D7A6-0F2C49D81B77}"/>
          </ac:picMkLst>
        </pc:picChg>
        <pc:picChg chg="add del mod">
          <ac:chgData name="Jaouher ROMDHANE" userId="efdc7ed9-8590-4574-abc6-a3752e5e4065" providerId="ADAL" clId="{C001741A-C875-4BF5-A809-370811C49139}" dt="2025-02-04T15:04:52.288" v="1648" actId="478"/>
          <ac:picMkLst>
            <pc:docMk/>
            <pc:sldMk cId="1806802892" sldId="339"/>
            <ac:picMk id="9" creationId="{C384DBE5-A79A-1861-28B7-AAA27A9506EC}"/>
          </ac:picMkLst>
        </pc:picChg>
        <pc:picChg chg="add mod">
          <ac:chgData name="Jaouher ROMDHANE" userId="efdc7ed9-8590-4574-abc6-a3752e5e4065" providerId="ADAL" clId="{C001741A-C875-4BF5-A809-370811C49139}" dt="2025-02-04T15:06:37.357" v="1667" actId="1076"/>
          <ac:picMkLst>
            <pc:docMk/>
            <pc:sldMk cId="1806802892" sldId="339"/>
            <ac:picMk id="10" creationId="{74AAB43E-422E-EFBF-B6E0-B38CC121C495}"/>
          </ac:picMkLst>
        </pc:picChg>
        <pc:picChg chg="add mod">
          <ac:chgData name="Jaouher ROMDHANE" userId="efdc7ed9-8590-4574-abc6-a3752e5e4065" providerId="ADAL" clId="{C001741A-C875-4BF5-A809-370811C49139}" dt="2025-02-04T15:06:35.507" v="1666" actId="1076"/>
          <ac:picMkLst>
            <pc:docMk/>
            <pc:sldMk cId="1806802892" sldId="339"/>
            <ac:picMk id="11" creationId="{5A32BE99-6AE7-E2C3-BC83-2FE8371DBE0A}"/>
          </ac:picMkLst>
        </pc:picChg>
      </pc:sldChg>
      <pc:sldChg chg="addSp delSp modSp add mod ord">
        <pc:chgData name="Jaouher ROMDHANE" userId="efdc7ed9-8590-4574-abc6-a3752e5e4065" providerId="ADAL" clId="{C001741A-C875-4BF5-A809-370811C49139}" dt="2025-02-05T09:49:51.297" v="2239" actId="20577"/>
        <pc:sldMkLst>
          <pc:docMk/>
          <pc:sldMk cId="4130316595" sldId="340"/>
        </pc:sldMkLst>
        <pc:spChg chg="mod">
          <ac:chgData name="Jaouher ROMDHANE" userId="efdc7ed9-8590-4574-abc6-a3752e5e4065" providerId="ADAL" clId="{C001741A-C875-4BF5-A809-370811C49139}" dt="2025-02-05T09:46:29.227" v="2171" actId="20577"/>
          <ac:spMkLst>
            <pc:docMk/>
            <pc:sldMk cId="4130316595" sldId="340"/>
            <ac:spMk id="2" creationId="{3517D946-BC16-D52B-A39F-E4DA54BE0896}"/>
          </ac:spMkLst>
        </pc:spChg>
        <pc:spChg chg="mod">
          <ac:chgData name="Jaouher ROMDHANE" userId="efdc7ed9-8590-4574-abc6-a3752e5e4065" providerId="ADAL" clId="{C001741A-C875-4BF5-A809-370811C49139}" dt="2025-02-05T09:46:14.288" v="2146"/>
          <ac:spMkLst>
            <pc:docMk/>
            <pc:sldMk cId="4130316595" sldId="340"/>
            <ac:spMk id="5" creationId="{3F34CB7E-D428-5AD0-986D-EB9F9EA169E4}"/>
          </ac:spMkLst>
        </pc:spChg>
        <pc:spChg chg="mod">
          <ac:chgData name="Jaouher ROMDHANE" userId="efdc7ed9-8590-4574-abc6-a3752e5e4065" providerId="ADAL" clId="{C001741A-C875-4BF5-A809-370811C49139}" dt="2025-02-05T09:49:51.297" v="2239" actId="20577"/>
          <ac:spMkLst>
            <pc:docMk/>
            <pc:sldMk cId="4130316595" sldId="340"/>
            <ac:spMk id="7" creationId="{FD3591B9-9AA8-982C-4E93-462BE6F626E8}"/>
          </ac:spMkLst>
        </pc:spChg>
        <pc:picChg chg="add mod">
          <ac:chgData name="Jaouher ROMDHANE" userId="efdc7ed9-8590-4574-abc6-a3752e5e4065" providerId="ADAL" clId="{C001741A-C875-4BF5-A809-370811C49139}" dt="2025-02-05T09:48:23.179" v="2200" actId="1076"/>
          <ac:picMkLst>
            <pc:docMk/>
            <pc:sldMk cId="4130316595" sldId="340"/>
            <ac:picMk id="6" creationId="{A23BE51D-2A96-FF32-73EB-A2EB4DB30B2E}"/>
          </ac:picMkLst>
        </pc:picChg>
        <pc:picChg chg="del">
          <ac:chgData name="Jaouher ROMDHANE" userId="efdc7ed9-8590-4574-abc6-a3752e5e4065" providerId="ADAL" clId="{C001741A-C875-4BF5-A809-370811C49139}" dt="2025-02-05T09:46:35.115" v="2172" actId="478"/>
          <ac:picMkLst>
            <pc:docMk/>
            <pc:sldMk cId="4130316595" sldId="340"/>
            <ac:picMk id="8" creationId="{EE01C054-5571-EF07-803C-BE8080BD63DF}"/>
          </ac:picMkLst>
        </pc:picChg>
        <pc:picChg chg="del">
          <ac:chgData name="Jaouher ROMDHANE" userId="efdc7ed9-8590-4574-abc6-a3752e5e4065" providerId="ADAL" clId="{C001741A-C875-4BF5-A809-370811C49139}" dt="2025-02-05T09:48:05.642" v="2199" actId="478"/>
          <ac:picMkLst>
            <pc:docMk/>
            <pc:sldMk cId="4130316595" sldId="340"/>
            <ac:picMk id="9" creationId="{54297225-36F1-5A10-C88B-C4EDB402510E}"/>
          </ac:picMkLst>
        </pc:picChg>
        <pc:picChg chg="add mod">
          <ac:chgData name="Jaouher ROMDHANE" userId="efdc7ed9-8590-4574-abc6-a3752e5e4065" providerId="ADAL" clId="{C001741A-C875-4BF5-A809-370811C49139}" dt="2025-02-05T09:48:34.459" v="2203" actId="1076"/>
          <ac:picMkLst>
            <pc:docMk/>
            <pc:sldMk cId="4130316595" sldId="340"/>
            <ac:picMk id="10" creationId="{75D8C553-9F8C-1E12-270E-EC547993F62E}"/>
          </ac:picMkLst>
        </pc:picChg>
        <pc:picChg chg="add mod">
          <ac:chgData name="Jaouher ROMDHANE" userId="efdc7ed9-8590-4574-abc6-a3752e5e4065" providerId="ADAL" clId="{C001741A-C875-4BF5-A809-370811C49139}" dt="2025-02-05T09:48:48.245" v="2206" actId="1076"/>
          <ac:picMkLst>
            <pc:docMk/>
            <pc:sldMk cId="4130316595" sldId="340"/>
            <ac:picMk id="11" creationId="{F820024F-7245-FC60-5C31-EDAA4790FDD0}"/>
          </ac:picMkLst>
        </pc:picChg>
      </pc:sldChg>
      <pc:sldChg chg="addSp delSp modSp add mod ord">
        <pc:chgData name="Jaouher ROMDHANE" userId="efdc7ed9-8590-4574-abc6-a3752e5e4065" providerId="ADAL" clId="{C001741A-C875-4BF5-A809-370811C49139}" dt="2025-02-05T09:52:51.134" v="2274" actId="1076"/>
        <pc:sldMkLst>
          <pc:docMk/>
          <pc:sldMk cId="2904114363" sldId="341"/>
        </pc:sldMkLst>
        <pc:spChg chg="mod">
          <ac:chgData name="Jaouher ROMDHANE" userId="efdc7ed9-8590-4574-abc6-a3752e5e4065" providerId="ADAL" clId="{C001741A-C875-4BF5-A809-370811C49139}" dt="2025-02-05T09:50:54.495" v="2255" actId="20577"/>
          <ac:spMkLst>
            <pc:docMk/>
            <pc:sldMk cId="2904114363" sldId="341"/>
            <ac:spMk id="2" creationId="{3517D946-BC16-D52B-A39F-E4DA54BE0896}"/>
          </ac:spMkLst>
        </pc:spChg>
        <pc:spChg chg="mod">
          <ac:chgData name="Jaouher ROMDHANE" userId="efdc7ed9-8590-4574-abc6-a3752e5e4065" providerId="ADAL" clId="{C001741A-C875-4BF5-A809-370811C49139}" dt="2025-02-05T09:50:44.101" v="2244"/>
          <ac:spMkLst>
            <pc:docMk/>
            <pc:sldMk cId="2904114363" sldId="341"/>
            <ac:spMk id="5" creationId="{3F34CB7E-D428-5AD0-986D-EB9F9EA169E4}"/>
          </ac:spMkLst>
        </pc:spChg>
        <pc:spChg chg="mod">
          <ac:chgData name="Jaouher ROMDHANE" userId="efdc7ed9-8590-4574-abc6-a3752e5e4065" providerId="ADAL" clId="{C001741A-C875-4BF5-A809-370811C49139}" dt="2025-02-05T09:52:31.473" v="2269" actId="20577"/>
          <ac:spMkLst>
            <pc:docMk/>
            <pc:sldMk cId="2904114363" sldId="341"/>
            <ac:spMk id="7" creationId="{FD3591B9-9AA8-982C-4E93-462BE6F626E8}"/>
          </ac:spMkLst>
        </pc:spChg>
        <pc:picChg chg="add mod">
          <ac:chgData name="Jaouher ROMDHANE" userId="efdc7ed9-8590-4574-abc6-a3752e5e4065" providerId="ADAL" clId="{C001741A-C875-4BF5-A809-370811C49139}" dt="2025-02-05T09:52:51.134" v="2274" actId="1076"/>
          <ac:picMkLst>
            <pc:docMk/>
            <pc:sldMk cId="2904114363" sldId="341"/>
            <ac:picMk id="6" creationId="{42FA9E47-DAAB-470A-7D65-F78ACD0DF7C1}"/>
          </ac:picMkLst>
        </pc:picChg>
        <pc:picChg chg="del">
          <ac:chgData name="Jaouher ROMDHANE" userId="efdc7ed9-8590-4574-abc6-a3752e5e4065" providerId="ADAL" clId="{C001741A-C875-4BF5-A809-370811C49139}" dt="2025-02-05T09:52:34.199" v="2270" actId="478"/>
          <ac:picMkLst>
            <pc:docMk/>
            <pc:sldMk cId="2904114363" sldId="341"/>
            <ac:picMk id="8" creationId="{EE01C054-5571-EF07-803C-BE8080BD63DF}"/>
          </ac:picMkLst>
        </pc:picChg>
        <pc:picChg chg="del">
          <ac:chgData name="Jaouher ROMDHANE" userId="efdc7ed9-8590-4574-abc6-a3752e5e4065" providerId="ADAL" clId="{C001741A-C875-4BF5-A809-370811C49139}" dt="2025-02-05T09:52:34.871" v="2271" actId="478"/>
          <ac:picMkLst>
            <pc:docMk/>
            <pc:sldMk cId="2904114363" sldId="341"/>
            <ac:picMk id="9" creationId="{54297225-36F1-5A10-C88B-C4EDB402510E}"/>
          </ac:picMkLst>
        </pc:picChg>
      </pc:sldChg>
      <pc:sldChg chg="addSp delSp modSp add mod">
        <pc:chgData name="Jaouher ROMDHANE" userId="efdc7ed9-8590-4574-abc6-a3752e5e4065" providerId="ADAL" clId="{C001741A-C875-4BF5-A809-370811C49139}" dt="2025-02-05T09:58:55.939" v="2407" actId="255"/>
        <pc:sldMkLst>
          <pc:docMk/>
          <pc:sldMk cId="1181394326" sldId="342"/>
        </pc:sldMkLst>
        <pc:spChg chg="mod">
          <ac:chgData name="Jaouher ROMDHANE" userId="efdc7ed9-8590-4574-abc6-a3752e5e4065" providerId="ADAL" clId="{C001741A-C875-4BF5-A809-370811C49139}" dt="2025-02-05T09:53:36.421" v="2288" actId="20577"/>
          <ac:spMkLst>
            <pc:docMk/>
            <pc:sldMk cId="1181394326" sldId="342"/>
            <ac:spMk id="2" creationId="{3517D946-BC16-D52B-A39F-E4DA54BE0896}"/>
          </ac:spMkLst>
        </pc:spChg>
        <pc:spChg chg="mod">
          <ac:chgData name="Jaouher ROMDHANE" userId="efdc7ed9-8590-4574-abc6-a3752e5e4065" providerId="ADAL" clId="{C001741A-C875-4BF5-A809-370811C49139}" dt="2025-02-05T09:53:29.591" v="2276"/>
          <ac:spMkLst>
            <pc:docMk/>
            <pc:sldMk cId="1181394326" sldId="342"/>
            <ac:spMk id="5" creationId="{3F34CB7E-D428-5AD0-986D-EB9F9EA169E4}"/>
          </ac:spMkLst>
        </pc:spChg>
        <pc:spChg chg="mod">
          <ac:chgData name="Jaouher ROMDHANE" userId="efdc7ed9-8590-4574-abc6-a3752e5e4065" providerId="ADAL" clId="{C001741A-C875-4BF5-A809-370811C49139}" dt="2025-02-05T09:58:55.939" v="2407" actId="255"/>
          <ac:spMkLst>
            <pc:docMk/>
            <pc:sldMk cId="1181394326" sldId="342"/>
            <ac:spMk id="7" creationId="{FD3591B9-9AA8-982C-4E93-462BE6F626E8}"/>
          </ac:spMkLst>
        </pc:spChg>
        <pc:picChg chg="del">
          <ac:chgData name="Jaouher ROMDHANE" userId="efdc7ed9-8590-4574-abc6-a3752e5e4065" providerId="ADAL" clId="{C001741A-C875-4BF5-A809-370811C49139}" dt="2025-02-05T09:53:46.053" v="2289" actId="478"/>
          <ac:picMkLst>
            <pc:docMk/>
            <pc:sldMk cId="1181394326" sldId="342"/>
            <ac:picMk id="6" creationId="{42FA9E47-DAAB-470A-7D65-F78ACD0DF7C1}"/>
          </ac:picMkLst>
        </pc:picChg>
        <pc:picChg chg="add mod">
          <ac:chgData name="Jaouher ROMDHANE" userId="efdc7ed9-8590-4574-abc6-a3752e5e4065" providerId="ADAL" clId="{C001741A-C875-4BF5-A809-370811C49139}" dt="2025-02-05T09:54:45.657" v="2297" actId="1076"/>
          <ac:picMkLst>
            <pc:docMk/>
            <pc:sldMk cId="1181394326" sldId="342"/>
            <ac:picMk id="8" creationId="{6EED24B7-FF46-C5D5-26F9-F59DF8C8D0CC}"/>
          </ac:picMkLst>
        </pc:picChg>
        <pc:picChg chg="add mod">
          <ac:chgData name="Jaouher ROMDHANE" userId="efdc7ed9-8590-4574-abc6-a3752e5e4065" providerId="ADAL" clId="{C001741A-C875-4BF5-A809-370811C49139}" dt="2025-02-05T09:54:49.315" v="2299" actId="1076"/>
          <ac:picMkLst>
            <pc:docMk/>
            <pc:sldMk cId="1181394326" sldId="342"/>
            <ac:picMk id="9" creationId="{CCE9E499-B19B-1700-0CC1-9F328769762B}"/>
          </ac:picMkLst>
        </pc:picChg>
      </pc:sldChg>
    </pc:docChg>
  </pc:docChgLst>
  <pc:docChgLst>
    <pc:chgData name="Jaouher ROMDHANE" userId="efdc7ed9-8590-4574-abc6-a3752e5e4065" providerId="ADAL" clId="{F655EECF-F313-4D78-8A1E-F8B303824736}"/>
    <pc:docChg chg="addSld delSld modSld delMainMaster">
      <pc:chgData name="Jaouher ROMDHANE" userId="efdc7ed9-8590-4574-abc6-a3752e5e4065" providerId="ADAL" clId="{F655EECF-F313-4D78-8A1E-F8B303824736}" dt="2023-10-12T09:11:24.328" v="6" actId="680"/>
      <pc:docMkLst>
        <pc:docMk/>
      </pc:docMkLst>
      <pc:sldChg chg="del">
        <pc:chgData name="Jaouher ROMDHANE" userId="efdc7ed9-8590-4574-abc6-a3752e5e4065" providerId="ADAL" clId="{F655EECF-F313-4D78-8A1E-F8B303824736}" dt="2023-10-12T09:10:54.929" v="0" actId="47"/>
        <pc:sldMkLst>
          <pc:docMk/>
          <pc:sldMk cId="1685857145" sldId="310"/>
        </pc:sldMkLst>
      </pc:sldChg>
      <pc:sldChg chg="modSp mod">
        <pc:chgData name="Jaouher ROMDHANE" userId="efdc7ed9-8590-4574-abc6-a3752e5e4065" providerId="ADAL" clId="{F655EECF-F313-4D78-8A1E-F8B303824736}" dt="2023-10-12T09:11:16.213" v="5" actId="6549"/>
        <pc:sldMkLst>
          <pc:docMk/>
          <pc:sldMk cId="1079274304" sldId="319"/>
        </pc:sldMkLst>
        <pc:spChg chg="mod">
          <ac:chgData name="Jaouher ROMDHANE" userId="efdc7ed9-8590-4574-abc6-a3752e5e4065" providerId="ADAL" clId="{F655EECF-F313-4D78-8A1E-F8B303824736}" dt="2023-10-12T09:11:16.213" v="5" actId="6549"/>
          <ac:spMkLst>
            <pc:docMk/>
            <pc:sldMk cId="1079274304" sldId="319"/>
            <ac:spMk id="2" creationId="{EE224831-679D-FFB1-A8F7-0952FE16E3F1}"/>
          </ac:spMkLst>
        </pc:spChg>
      </pc:sldChg>
      <pc:sldChg chg="del">
        <pc:chgData name="Jaouher ROMDHANE" userId="efdc7ed9-8590-4574-abc6-a3752e5e4065" providerId="ADAL" clId="{F655EECF-F313-4D78-8A1E-F8B303824736}" dt="2023-10-12T09:10:54.929" v="0" actId="47"/>
        <pc:sldMkLst>
          <pc:docMk/>
          <pc:sldMk cId="792651050" sldId="320"/>
        </pc:sldMkLst>
      </pc:sldChg>
      <pc:sldChg chg="new">
        <pc:chgData name="Jaouher ROMDHANE" userId="efdc7ed9-8590-4574-abc6-a3752e5e4065" providerId="ADAL" clId="{F655EECF-F313-4D78-8A1E-F8B303824736}" dt="2023-10-12T09:11:24.328" v="6" actId="680"/>
        <pc:sldMkLst>
          <pc:docMk/>
          <pc:sldMk cId="3071535152" sldId="320"/>
        </pc:sldMkLst>
      </pc:sldChg>
      <pc:sldChg chg="del">
        <pc:chgData name="Jaouher ROMDHANE" userId="efdc7ed9-8590-4574-abc6-a3752e5e4065" providerId="ADAL" clId="{F655EECF-F313-4D78-8A1E-F8B303824736}" dt="2023-10-12T09:10:54.929" v="0" actId="47"/>
        <pc:sldMkLst>
          <pc:docMk/>
          <pc:sldMk cId="1898277534" sldId="322"/>
        </pc:sldMkLst>
      </pc:sldChg>
      <pc:sldChg chg="del">
        <pc:chgData name="Jaouher ROMDHANE" userId="efdc7ed9-8590-4574-abc6-a3752e5e4065" providerId="ADAL" clId="{F655EECF-F313-4D78-8A1E-F8B303824736}" dt="2023-10-12T09:10:54.929" v="0" actId="47"/>
        <pc:sldMkLst>
          <pc:docMk/>
          <pc:sldMk cId="2993386268" sldId="323"/>
        </pc:sldMkLst>
      </pc:sldChg>
      <pc:sldChg chg="del">
        <pc:chgData name="Jaouher ROMDHANE" userId="efdc7ed9-8590-4574-abc6-a3752e5e4065" providerId="ADAL" clId="{F655EECF-F313-4D78-8A1E-F8B303824736}" dt="2023-10-12T09:10:54.929" v="0" actId="47"/>
        <pc:sldMkLst>
          <pc:docMk/>
          <pc:sldMk cId="2825898363" sldId="324"/>
        </pc:sldMkLst>
      </pc:sldChg>
      <pc:sldChg chg="del">
        <pc:chgData name="Jaouher ROMDHANE" userId="efdc7ed9-8590-4574-abc6-a3752e5e4065" providerId="ADAL" clId="{F655EECF-F313-4D78-8A1E-F8B303824736}" dt="2023-10-12T09:10:58.760" v="1" actId="47"/>
        <pc:sldMkLst>
          <pc:docMk/>
          <pc:sldMk cId="1072395765" sldId="325"/>
        </pc:sldMkLst>
      </pc:sldChg>
      <pc:sldChg chg="del">
        <pc:chgData name="Jaouher ROMDHANE" userId="efdc7ed9-8590-4574-abc6-a3752e5e4065" providerId="ADAL" clId="{F655EECF-F313-4D78-8A1E-F8B303824736}" dt="2023-10-12T09:10:58.760" v="1" actId="47"/>
        <pc:sldMkLst>
          <pc:docMk/>
          <pc:sldMk cId="2044148125" sldId="326"/>
        </pc:sldMkLst>
      </pc:sldChg>
      <pc:sldChg chg="del">
        <pc:chgData name="Jaouher ROMDHANE" userId="efdc7ed9-8590-4574-abc6-a3752e5e4065" providerId="ADAL" clId="{F655EECF-F313-4D78-8A1E-F8B303824736}" dt="2023-10-12T09:10:58.760" v="1" actId="47"/>
        <pc:sldMkLst>
          <pc:docMk/>
          <pc:sldMk cId="50332706" sldId="327"/>
        </pc:sldMkLst>
      </pc:sldChg>
      <pc:sldChg chg="del">
        <pc:chgData name="Jaouher ROMDHANE" userId="efdc7ed9-8590-4574-abc6-a3752e5e4065" providerId="ADAL" clId="{F655EECF-F313-4D78-8A1E-F8B303824736}" dt="2023-10-12T09:10:58.760" v="1" actId="47"/>
        <pc:sldMkLst>
          <pc:docMk/>
          <pc:sldMk cId="2424974131" sldId="328"/>
        </pc:sldMkLst>
      </pc:sldChg>
      <pc:sldChg chg="del">
        <pc:chgData name="Jaouher ROMDHANE" userId="efdc7ed9-8590-4574-abc6-a3752e5e4065" providerId="ADAL" clId="{F655EECF-F313-4D78-8A1E-F8B303824736}" dt="2023-10-12T09:11:02.572" v="2" actId="47"/>
        <pc:sldMkLst>
          <pc:docMk/>
          <pc:sldMk cId="2358438974" sldId="329"/>
        </pc:sldMkLst>
      </pc:sldChg>
      <pc:sldChg chg="del">
        <pc:chgData name="Jaouher ROMDHANE" userId="efdc7ed9-8590-4574-abc6-a3752e5e4065" providerId="ADAL" clId="{F655EECF-F313-4D78-8A1E-F8B303824736}" dt="2023-10-12T09:11:02.572" v="2" actId="47"/>
        <pc:sldMkLst>
          <pc:docMk/>
          <pc:sldMk cId="662209278" sldId="330"/>
        </pc:sldMkLst>
      </pc:sldChg>
      <pc:sldChg chg="del">
        <pc:chgData name="Jaouher ROMDHANE" userId="efdc7ed9-8590-4574-abc6-a3752e5e4065" providerId="ADAL" clId="{F655EECF-F313-4D78-8A1E-F8B303824736}" dt="2023-10-12T09:11:02.572" v="2" actId="47"/>
        <pc:sldMkLst>
          <pc:docMk/>
          <pc:sldMk cId="3422509066" sldId="331"/>
        </pc:sldMkLst>
      </pc:sldChg>
      <pc:sldChg chg="del">
        <pc:chgData name="Jaouher ROMDHANE" userId="efdc7ed9-8590-4574-abc6-a3752e5e4065" providerId="ADAL" clId="{F655EECF-F313-4D78-8A1E-F8B303824736}" dt="2023-10-12T09:11:02.572" v="2" actId="47"/>
        <pc:sldMkLst>
          <pc:docMk/>
          <pc:sldMk cId="2691199951" sldId="332"/>
        </pc:sldMkLst>
      </pc:sldChg>
      <pc:sldChg chg="del">
        <pc:chgData name="Jaouher ROMDHANE" userId="efdc7ed9-8590-4574-abc6-a3752e5e4065" providerId="ADAL" clId="{F655EECF-F313-4D78-8A1E-F8B303824736}" dt="2023-10-12T09:11:06.644" v="3" actId="47"/>
        <pc:sldMkLst>
          <pc:docMk/>
          <pc:sldMk cId="3849214192" sldId="333"/>
        </pc:sldMkLst>
      </pc:sldChg>
      <pc:sldChg chg="del">
        <pc:chgData name="Jaouher ROMDHANE" userId="efdc7ed9-8590-4574-abc6-a3752e5e4065" providerId="ADAL" clId="{F655EECF-F313-4D78-8A1E-F8B303824736}" dt="2023-10-12T09:11:06.644" v="3" actId="47"/>
        <pc:sldMkLst>
          <pc:docMk/>
          <pc:sldMk cId="1573898871" sldId="334"/>
        </pc:sldMkLst>
      </pc:sldChg>
      <pc:sldChg chg="del">
        <pc:chgData name="Jaouher ROMDHANE" userId="efdc7ed9-8590-4574-abc6-a3752e5e4065" providerId="ADAL" clId="{F655EECF-F313-4D78-8A1E-F8B303824736}" dt="2023-10-12T09:11:06.644" v="3" actId="47"/>
        <pc:sldMkLst>
          <pc:docMk/>
          <pc:sldMk cId="2605065540" sldId="335"/>
        </pc:sldMkLst>
      </pc:sldChg>
      <pc:sldChg chg="del">
        <pc:chgData name="Jaouher ROMDHANE" userId="efdc7ed9-8590-4574-abc6-a3752e5e4065" providerId="ADAL" clId="{F655EECF-F313-4D78-8A1E-F8B303824736}" dt="2023-10-12T09:11:06.644" v="3" actId="47"/>
        <pc:sldMkLst>
          <pc:docMk/>
          <pc:sldMk cId="1361338331" sldId="336"/>
        </pc:sldMkLst>
      </pc:sldChg>
      <pc:sldChg chg="del">
        <pc:chgData name="Jaouher ROMDHANE" userId="efdc7ed9-8590-4574-abc6-a3752e5e4065" providerId="ADAL" clId="{F655EECF-F313-4D78-8A1E-F8B303824736}" dt="2023-10-12T09:11:11.006" v="4" actId="47"/>
        <pc:sldMkLst>
          <pc:docMk/>
          <pc:sldMk cId="3463158554" sldId="337"/>
        </pc:sldMkLst>
      </pc:sldChg>
      <pc:sldChg chg="del">
        <pc:chgData name="Jaouher ROMDHANE" userId="efdc7ed9-8590-4574-abc6-a3752e5e4065" providerId="ADAL" clId="{F655EECF-F313-4D78-8A1E-F8B303824736}" dt="2023-10-12T09:11:11.006" v="4" actId="47"/>
        <pc:sldMkLst>
          <pc:docMk/>
          <pc:sldMk cId="2397498224" sldId="338"/>
        </pc:sldMkLst>
      </pc:sldChg>
      <pc:sldChg chg="del">
        <pc:chgData name="Jaouher ROMDHANE" userId="efdc7ed9-8590-4574-abc6-a3752e5e4065" providerId="ADAL" clId="{F655EECF-F313-4D78-8A1E-F8B303824736}" dt="2023-10-12T09:11:11.006" v="4" actId="47"/>
        <pc:sldMkLst>
          <pc:docMk/>
          <pc:sldMk cId="408545295" sldId="339"/>
        </pc:sldMkLst>
      </pc:sldChg>
      <pc:sldChg chg="del">
        <pc:chgData name="Jaouher ROMDHANE" userId="efdc7ed9-8590-4574-abc6-a3752e5e4065" providerId="ADAL" clId="{F655EECF-F313-4D78-8A1E-F8B303824736}" dt="2023-10-12T09:11:11.006" v="4" actId="47"/>
        <pc:sldMkLst>
          <pc:docMk/>
          <pc:sldMk cId="2206277021" sldId="340"/>
        </pc:sldMkLst>
      </pc:sldChg>
      <pc:sldMasterChg chg="del delSldLayout">
        <pc:chgData name="Jaouher ROMDHANE" userId="efdc7ed9-8590-4574-abc6-a3752e5e4065" providerId="ADAL" clId="{F655EECF-F313-4D78-8A1E-F8B303824736}" dt="2023-10-12T09:11:11.006" v="4" actId="47"/>
        <pc:sldMasterMkLst>
          <pc:docMk/>
          <pc:sldMasterMk cId="3699579025" sldId="2147483648"/>
        </pc:sldMasterMkLst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3749794816" sldId="2147483650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1755880359" sldId="2147483651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1592286825" sldId="2147483653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4067016480" sldId="2147483658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3411250415" sldId="2147483660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4155325397" sldId="2147483661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3743290618" sldId="2147483662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277520468" sldId="2147483676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1105443461" sldId="2147483677"/>
          </pc:sldLayoutMkLst>
        </pc:sldLayoutChg>
        <pc:sldLayoutChg chg="del">
          <pc:chgData name="Jaouher ROMDHANE" userId="efdc7ed9-8590-4574-abc6-a3752e5e4065" providerId="ADAL" clId="{F655EECF-F313-4D78-8A1E-F8B303824736}" dt="2023-10-12T09:11:11.006" v="4" actId="47"/>
          <pc:sldLayoutMkLst>
            <pc:docMk/>
            <pc:sldMasterMk cId="3699579025" sldId="2147483648"/>
            <pc:sldLayoutMk cId="690617885" sldId="2147483678"/>
          </pc:sldLayoutMkLst>
        </pc:sldLayoutChg>
      </pc:sldMasterChg>
    </pc:docChg>
  </pc:docChgLst>
  <pc:docChgLst>
    <pc:chgData name="Jaouher ROMDHANE" userId="efdc7ed9-8590-4574-abc6-a3752e5e4065" providerId="ADAL" clId="{05EF1FC0-9868-42B8-9286-569911765502}"/>
    <pc:docChg chg="custSel addSld delSld modSld">
      <pc:chgData name="Jaouher ROMDHANE" userId="efdc7ed9-8590-4574-abc6-a3752e5e4065" providerId="ADAL" clId="{05EF1FC0-9868-42B8-9286-569911765502}" dt="2023-08-29T08:50:46.475" v="130" actId="1076"/>
      <pc:docMkLst>
        <pc:docMk/>
      </pc:docMkLst>
      <pc:sldChg chg="modSp mod">
        <pc:chgData name="Jaouher ROMDHANE" userId="efdc7ed9-8590-4574-abc6-a3752e5e4065" providerId="ADAL" clId="{05EF1FC0-9868-42B8-9286-569911765502}" dt="2023-08-29T08:43:58.957" v="18" actId="20577"/>
        <pc:sldMkLst>
          <pc:docMk/>
          <pc:sldMk cId="1685857145" sldId="310"/>
        </pc:sldMkLst>
        <pc:spChg chg="mod">
          <ac:chgData name="Jaouher ROMDHANE" userId="efdc7ed9-8590-4574-abc6-a3752e5e4065" providerId="ADAL" clId="{05EF1FC0-9868-42B8-9286-569911765502}" dt="2023-08-29T08:43:44.702" v="1" actId="20577"/>
          <ac:spMkLst>
            <pc:docMk/>
            <pc:sldMk cId="1685857145" sldId="310"/>
            <ac:spMk id="2" creationId="{20684620-6964-FC29-1E3C-D6C913149EDA}"/>
          </ac:spMkLst>
        </pc:spChg>
        <pc:spChg chg="mod">
          <ac:chgData name="Jaouher ROMDHANE" userId="efdc7ed9-8590-4574-abc6-a3752e5e4065" providerId="ADAL" clId="{05EF1FC0-9868-42B8-9286-569911765502}" dt="2023-08-29T08:43:58.957" v="18" actId="20577"/>
          <ac:spMkLst>
            <pc:docMk/>
            <pc:sldMk cId="1685857145" sldId="310"/>
            <ac:spMk id="4" creationId="{2FD4B404-89B5-6910-3216-5572974998C4}"/>
          </ac:spMkLst>
        </pc:spChg>
      </pc:sldChg>
      <pc:sldChg chg="modSp mod">
        <pc:chgData name="Jaouher ROMDHANE" userId="efdc7ed9-8590-4574-abc6-a3752e5e4065" providerId="ADAL" clId="{05EF1FC0-9868-42B8-9286-569911765502}" dt="2023-08-29T08:44:37.116" v="40" actId="20577"/>
        <pc:sldMkLst>
          <pc:docMk/>
          <pc:sldMk cId="3847942503" sldId="314"/>
        </pc:sldMkLst>
        <pc:spChg chg="mod">
          <ac:chgData name="Jaouher ROMDHANE" userId="efdc7ed9-8590-4574-abc6-a3752e5e4065" providerId="ADAL" clId="{05EF1FC0-9868-42B8-9286-569911765502}" dt="2023-08-29T08:44:37.116" v="40" actId="20577"/>
          <ac:spMkLst>
            <pc:docMk/>
            <pc:sldMk cId="3847942503" sldId="314"/>
            <ac:spMk id="2" creationId="{20684620-6964-FC29-1E3C-D6C913149EDA}"/>
          </ac:spMkLst>
        </pc:spChg>
      </pc:sldChg>
      <pc:sldChg chg="del">
        <pc:chgData name="Jaouher ROMDHANE" userId="efdc7ed9-8590-4574-abc6-a3752e5e4065" providerId="ADAL" clId="{05EF1FC0-9868-42B8-9286-569911765502}" dt="2023-08-29T08:44:28.440" v="38" actId="2696"/>
        <pc:sldMkLst>
          <pc:docMk/>
          <pc:sldMk cId="2509888984" sldId="315"/>
        </pc:sldMkLst>
      </pc:sldChg>
      <pc:sldChg chg="del">
        <pc:chgData name="Jaouher ROMDHANE" userId="efdc7ed9-8590-4574-abc6-a3752e5e4065" providerId="ADAL" clId="{05EF1FC0-9868-42B8-9286-569911765502}" dt="2023-08-29T08:44:28.440" v="38" actId="2696"/>
        <pc:sldMkLst>
          <pc:docMk/>
          <pc:sldMk cId="2275858890" sldId="316"/>
        </pc:sldMkLst>
      </pc:sldChg>
      <pc:sldChg chg="modSp mod">
        <pc:chgData name="Jaouher ROMDHANE" userId="efdc7ed9-8590-4574-abc6-a3752e5e4065" providerId="ADAL" clId="{05EF1FC0-9868-42B8-9286-569911765502}" dt="2023-08-29T08:44:16.828" v="37" actId="20577"/>
        <pc:sldMkLst>
          <pc:docMk/>
          <pc:sldMk cId="1905243963" sldId="317"/>
        </pc:sldMkLst>
        <pc:spChg chg="mod">
          <ac:chgData name="Jaouher ROMDHANE" userId="efdc7ed9-8590-4574-abc6-a3752e5e4065" providerId="ADAL" clId="{05EF1FC0-9868-42B8-9286-569911765502}" dt="2023-08-29T08:44:16.828" v="37" actId="20577"/>
          <ac:spMkLst>
            <pc:docMk/>
            <pc:sldMk cId="1905243963" sldId="317"/>
            <ac:spMk id="2" creationId="{20684620-6964-FC29-1E3C-D6C913149EDA}"/>
          </ac:spMkLst>
        </pc:spChg>
        <pc:spChg chg="mod">
          <ac:chgData name="Jaouher ROMDHANE" userId="efdc7ed9-8590-4574-abc6-a3752e5e4065" providerId="ADAL" clId="{05EF1FC0-9868-42B8-9286-569911765502}" dt="2023-08-29T08:44:13.125" v="35" actId="20577"/>
          <ac:spMkLst>
            <pc:docMk/>
            <pc:sldMk cId="1905243963" sldId="317"/>
            <ac:spMk id="4" creationId="{2FD4B404-89B5-6910-3216-5572974998C4}"/>
          </ac:spMkLst>
        </pc:spChg>
      </pc:sldChg>
      <pc:sldChg chg="addSp delSp modSp add mod">
        <pc:chgData name="Jaouher ROMDHANE" userId="efdc7ed9-8590-4574-abc6-a3752e5e4065" providerId="ADAL" clId="{05EF1FC0-9868-42B8-9286-569911765502}" dt="2023-08-29T08:50:46.475" v="130" actId="1076"/>
        <pc:sldMkLst>
          <pc:docMk/>
          <pc:sldMk cId="2336071544" sldId="318"/>
        </pc:sldMkLst>
        <pc:spChg chg="mod">
          <ac:chgData name="Jaouher ROMDHANE" userId="efdc7ed9-8590-4574-abc6-a3752e5e4065" providerId="ADAL" clId="{05EF1FC0-9868-42B8-9286-569911765502}" dt="2023-08-29T08:45:25.804" v="94" actId="20577"/>
          <ac:spMkLst>
            <pc:docMk/>
            <pc:sldMk cId="2336071544" sldId="318"/>
            <ac:spMk id="5" creationId="{FB26D0D4-5D34-4E82-2A61-F2D5DE1CE84B}"/>
          </ac:spMkLst>
        </pc:spChg>
        <pc:spChg chg="mod">
          <ac:chgData name="Jaouher ROMDHANE" userId="efdc7ed9-8590-4574-abc6-a3752e5e4065" providerId="ADAL" clId="{05EF1FC0-9868-42B8-9286-569911765502}" dt="2023-08-29T08:50:42.442" v="127" actId="1076"/>
          <ac:spMkLst>
            <pc:docMk/>
            <pc:sldMk cId="2336071544" sldId="318"/>
            <ac:spMk id="9" creationId="{CC20C551-3087-AB56-C3A1-04E5496F9531}"/>
          </ac:spMkLst>
        </pc:spChg>
        <pc:spChg chg="del mod">
          <ac:chgData name="Jaouher ROMDHANE" userId="efdc7ed9-8590-4574-abc6-a3752e5e4065" providerId="ADAL" clId="{05EF1FC0-9868-42B8-9286-569911765502}" dt="2023-08-29T08:46:11.395" v="96" actId="478"/>
          <ac:spMkLst>
            <pc:docMk/>
            <pc:sldMk cId="2336071544" sldId="318"/>
            <ac:spMk id="12" creationId="{00E99BE1-C46B-2E85-E7AF-F1EB3D150414}"/>
          </ac:spMkLst>
        </pc:spChg>
        <pc:spChg chg="add del">
          <ac:chgData name="Jaouher ROMDHANE" userId="efdc7ed9-8590-4574-abc6-a3752e5e4065" providerId="ADAL" clId="{05EF1FC0-9868-42B8-9286-569911765502}" dt="2023-08-29T08:49:46.163" v="114"/>
          <ac:spMkLst>
            <pc:docMk/>
            <pc:sldMk cId="2336071544" sldId="318"/>
            <ac:spMk id="15" creationId="{4C07B9DA-170F-4C67-B73D-93EDB68F8D92}"/>
          </ac:spMkLst>
        </pc:spChg>
        <pc:spChg chg="add del">
          <ac:chgData name="Jaouher ROMDHANE" userId="efdc7ed9-8590-4574-abc6-a3752e5e4065" providerId="ADAL" clId="{05EF1FC0-9868-42B8-9286-569911765502}" dt="2023-08-29T08:49:46.163" v="114"/>
          <ac:spMkLst>
            <pc:docMk/>
            <pc:sldMk cId="2336071544" sldId="318"/>
            <ac:spMk id="17" creationId="{4D5AE5A4-7486-4318-AF72-DA6DB72F4970}"/>
          </ac:spMkLst>
        </pc:spChg>
        <pc:graphicFrameChg chg="add mod">
          <ac:chgData name="Jaouher ROMDHANE" userId="efdc7ed9-8590-4574-abc6-a3752e5e4065" providerId="ADAL" clId="{05EF1FC0-9868-42B8-9286-569911765502}" dt="2023-08-29T08:50:46.475" v="130" actId="1076"/>
          <ac:graphicFrameMkLst>
            <pc:docMk/>
            <pc:sldMk cId="2336071544" sldId="318"/>
            <ac:graphicFrameMk id="3" creationId="{3B50048A-FBF9-4D98-9A1E-3569B6679D97}"/>
          </ac:graphicFrameMkLst>
        </pc:graphicFrameChg>
        <pc:graphicFrameChg chg="add del">
          <ac:chgData name="Jaouher ROMDHANE" userId="efdc7ed9-8590-4574-abc6-a3752e5e4065" providerId="ADAL" clId="{05EF1FC0-9868-42B8-9286-569911765502}" dt="2023-08-29T08:49:46.163" v="114"/>
          <ac:graphicFrameMkLst>
            <pc:docMk/>
            <pc:sldMk cId="2336071544" sldId="318"/>
            <ac:graphicFrameMk id="16" creationId="{23F8F1C1-72A4-4E5D-9B8B-9AB1156AE4DA}"/>
          </ac:graphicFrameMkLst>
        </pc:graphicFrameChg>
        <pc:picChg chg="del">
          <ac:chgData name="Jaouher ROMDHANE" userId="efdc7ed9-8590-4574-abc6-a3752e5e4065" providerId="ADAL" clId="{05EF1FC0-9868-42B8-9286-569911765502}" dt="2023-08-29T08:46:18.059" v="99" actId="478"/>
          <ac:picMkLst>
            <pc:docMk/>
            <pc:sldMk cId="2336071544" sldId="318"/>
            <ac:picMk id="4" creationId="{41797BD4-3C0E-3AFC-08B4-4C8CEEFC7237}"/>
          </ac:picMkLst>
        </pc:picChg>
        <pc:picChg chg="del">
          <ac:chgData name="Jaouher ROMDHANE" userId="efdc7ed9-8590-4574-abc6-a3752e5e4065" providerId="ADAL" clId="{05EF1FC0-9868-42B8-9286-569911765502}" dt="2023-08-29T08:46:18.946" v="100" actId="478"/>
          <ac:picMkLst>
            <pc:docMk/>
            <pc:sldMk cId="2336071544" sldId="318"/>
            <ac:picMk id="8" creationId="{E7E7958C-45B5-472B-B144-FEFAAFA0832D}"/>
          </ac:picMkLst>
        </pc:picChg>
        <pc:picChg chg="add mod modCrop">
          <ac:chgData name="Jaouher ROMDHANE" userId="efdc7ed9-8590-4574-abc6-a3752e5e4065" providerId="ADAL" clId="{05EF1FC0-9868-42B8-9286-569911765502}" dt="2023-08-29T08:50:44.979" v="129" actId="1076"/>
          <ac:picMkLst>
            <pc:docMk/>
            <pc:sldMk cId="2336071544" sldId="318"/>
            <ac:picMk id="14" creationId="{4BBC2DED-816A-4251-A57F-3796E8FCB56A}"/>
          </ac:picMkLst>
        </pc:picChg>
      </pc:sldChg>
    </pc:docChg>
  </pc:docChgLst>
  <pc:docChgLst>
    <pc:chgData name="Jaouher ROMDHANE" userId="efdc7ed9-8590-4574-abc6-a3752e5e4065" providerId="ADAL" clId="{A9CD8E60-E8F3-4420-932D-C11BF36E91CF}"/>
    <pc:docChg chg="undo custSel addSld delSld modSld sldOrd">
      <pc:chgData name="Jaouher ROMDHANE" userId="efdc7ed9-8590-4574-abc6-a3752e5e4065" providerId="ADAL" clId="{A9CD8E60-E8F3-4420-932D-C11BF36E91CF}" dt="2023-10-11T13:15:34.400" v="799" actId="20577"/>
      <pc:docMkLst>
        <pc:docMk/>
      </pc:docMkLst>
      <pc:sldChg chg="modSp mod">
        <pc:chgData name="Jaouher ROMDHANE" userId="efdc7ed9-8590-4574-abc6-a3752e5e4065" providerId="ADAL" clId="{A9CD8E60-E8F3-4420-932D-C11BF36E91CF}" dt="2023-10-11T12:05:06.356" v="5" actId="108"/>
        <pc:sldMkLst>
          <pc:docMk/>
          <pc:sldMk cId="2424974131" sldId="328"/>
        </pc:sldMkLst>
        <pc:spChg chg="mod">
          <ac:chgData name="Jaouher ROMDHANE" userId="efdc7ed9-8590-4574-abc6-a3752e5e4065" providerId="ADAL" clId="{A9CD8E60-E8F3-4420-932D-C11BF36E91CF}" dt="2023-10-11T12:05:06.356" v="5" actId="108"/>
          <ac:spMkLst>
            <pc:docMk/>
            <pc:sldMk cId="2424974131" sldId="328"/>
            <ac:spMk id="3" creationId="{B2D6BEC4-9489-6B07-EBCD-0529EDE0BBBA}"/>
          </ac:spMkLst>
        </pc:spChg>
      </pc:sldChg>
      <pc:sldChg chg="modSp add mod ord">
        <pc:chgData name="Jaouher ROMDHANE" userId="efdc7ed9-8590-4574-abc6-a3752e5e4065" providerId="ADAL" clId="{A9CD8E60-E8F3-4420-932D-C11BF36E91CF}" dt="2023-10-11T12:30:39.036" v="219" actId="255"/>
        <pc:sldMkLst>
          <pc:docMk/>
          <pc:sldMk cId="2358438974" sldId="329"/>
        </pc:sldMkLst>
        <pc:spChg chg="mod">
          <ac:chgData name="Jaouher ROMDHANE" userId="efdc7ed9-8590-4574-abc6-a3752e5e4065" providerId="ADAL" clId="{A9CD8E60-E8F3-4420-932D-C11BF36E91CF}" dt="2023-10-11T12:30:39.036" v="219" actId="255"/>
          <ac:spMkLst>
            <pc:docMk/>
            <pc:sldMk cId="2358438974" sldId="329"/>
            <ac:spMk id="3" creationId="{B2D6BEC4-9489-6B07-EBCD-0529EDE0BBBA}"/>
          </ac:spMkLst>
        </pc:spChg>
      </pc:sldChg>
      <pc:sldChg chg="modSp add mod ord">
        <pc:chgData name="Jaouher ROMDHANE" userId="efdc7ed9-8590-4574-abc6-a3752e5e4065" providerId="ADAL" clId="{A9CD8E60-E8F3-4420-932D-C11BF36E91CF}" dt="2023-10-11T12:30:30.038" v="217" actId="255"/>
        <pc:sldMkLst>
          <pc:docMk/>
          <pc:sldMk cId="662209278" sldId="330"/>
        </pc:sldMkLst>
        <pc:spChg chg="mod">
          <ac:chgData name="Jaouher ROMDHANE" userId="efdc7ed9-8590-4574-abc6-a3752e5e4065" providerId="ADAL" clId="{A9CD8E60-E8F3-4420-932D-C11BF36E91CF}" dt="2023-10-11T12:30:30.038" v="217" actId="255"/>
          <ac:spMkLst>
            <pc:docMk/>
            <pc:sldMk cId="662209278" sldId="330"/>
            <ac:spMk id="3" creationId="{B2D6BEC4-9489-6B07-EBCD-0529EDE0BBBA}"/>
          </ac:spMkLst>
        </pc:spChg>
      </pc:sldChg>
      <pc:sldChg chg="add del">
        <pc:chgData name="Jaouher ROMDHANE" userId="efdc7ed9-8590-4574-abc6-a3752e5e4065" providerId="ADAL" clId="{A9CD8E60-E8F3-4420-932D-C11BF36E91CF}" dt="2023-10-11T12:20:43.504" v="61" actId="2696"/>
        <pc:sldMkLst>
          <pc:docMk/>
          <pc:sldMk cId="1813276132" sldId="331"/>
        </pc:sldMkLst>
      </pc:sldChg>
      <pc:sldChg chg="modSp add mod">
        <pc:chgData name="Jaouher ROMDHANE" userId="efdc7ed9-8590-4574-abc6-a3752e5e4065" providerId="ADAL" clId="{A9CD8E60-E8F3-4420-932D-C11BF36E91CF}" dt="2023-10-11T12:30:56.374" v="221" actId="255"/>
        <pc:sldMkLst>
          <pc:docMk/>
          <pc:sldMk cId="3422509066" sldId="331"/>
        </pc:sldMkLst>
        <pc:spChg chg="mod">
          <ac:chgData name="Jaouher ROMDHANE" userId="efdc7ed9-8590-4574-abc6-a3752e5e4065" providerId="ADAL" clId="{A9CD8E60-E8F3-4420-932D-C11BF36E91CF}" dt="2023-10-11T12:30:56.374" v="221" actId="255"/>
          <ac:spMkLst>
            <pc:docMk/>
            <pc:sldMk cId="3422509066" sldId="331"/>
            <ac:spMk id="3" creationId="{B2D6BEC4-9489-6B07-EBCD-0529EDE0BBBA}"/>
          </ac:spMkLst>
        </pc:spChg>
      </pc:sldChg>
      <pc:sldChg chg="addSp delSp modSp add mod">
        <pc:chgData name="Jaouher ROMDHANE" userId="efdc7ed9-8590-4574-abc6-a3752e5e4065" providerId="ADAL" clId="{A9CD8E60-E8F3-4420-932D-C11BF36E91CF}" dt="2023-10-11T12:45:19.538" v="358" actId="20577"/>
        <pc:sldMkLst>
          <pc:docMk/>
          <pc:sldMk cId="2691199951" sldId="332"/>
        </pc:sldMkLst>
        <pc:spChg chg="mod">
          <ac:chgData name="Jaouher ROMDHANE" userId="efdc7ed9-8590-4574-abc6-a3752e5e4065" providerId="ADAL" clId="{A9CD8E60-E8F3-4420-932D-C11BF36E91CF}" dt="2023-10-11T12:43:45.840" v="309" actId="20577"/>
          <ac:spMkLst>
            <pc:docMk/>
            <pc:sldMk cId="2691199951" sldId="332"/>
            <ac:spMk id="2" creationId="{20684620-6964-FC29-1E3C-D6C913149EDA}"/>
          </ac:spMkLst>
        </pc:spChg>
        <pc:spChg chg="del mod">
          <ac:chgData name="Jaouher ROMDHANE" userId="efdc7ed9-8590-4574-abc6-a3752e5e4065" providerId="ADAL" clId="{A9CD8E60-E8F3-4420-932D-C11BF36E91CF}" dt="2023-10-11T12:44:00.480" v="311" actId="478"/>
          <ac:spMkLst>
            <pc:docMk/>
            <pc:sldMk cId="2691199951" sldId="332"/>
            <ac:spMk id="3" creationId="{B2D6BEC4-9489-6B07-EBCD-0529EDE0BBBA}"/>
          </ac:spMkLst>
        </pc:spChg>
        <pc:spChg chg="add mod">
          <ac:chgData name="Jaouher ROMDHANE" userId="efdc7ed9-8590-4574-abc6-a3752e5e4065" providerId="ADAL" clId="{A9CD8E60-E8F3-4420-932D-C11BF36E91CF}" dt="2023-10-11T12:44:51.068" v="322" actId="113"/>
          <ac:spMkLst>
            <pc:docMk/>
            <pc:sldMk cId="2691199951" sldId="332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2:45:19.538" v="358" actId="20577"/>
          <ac:spMkLst>
            <pc:docMk/>
            <pc:sldMk cId="2691199951" sldId="332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A9CD8E60-E8F3-4420-932D-C11BF36E91CF}" dt="2023-10-11T12:44:18.481" v="318" actId="1076"/>
          <ac:picMkLst>
            <pc:docMk/>
            <pc:sldMk cId="2691199951" sldId="332"/>
            <ac:picMk id="10" creationId="{B5CFFAFC-D1C7-2D62-0BE3-ACB2EA02FFFA}"/>
          </ac:picMkLst>
        </pc:picChg>
      </pc:sldChg>
      <pc:sldChg chg="addSp delSp modSp add mod ord">
        <pc:chgData name="Jaouher ROMDHANE" userId="efdc7ed9-8590-4574-abc6-a3752e5e4065" providerId="ADAL" clId="{A9CD8E60-E8F3-4420-932D-C11BF36E91CF}" dt="2023-10-11T12:59:18.796" v="510"/>
        <pc:sldMkLst>
          <pc:docMk/>
          <pc:sldMk cId="3849214192" sldId="333"/>
        </pc:sldMkLst>
        <pc:spChg chg="mod">
          <ac:chgData name="Jaouher ROMDHANE" userId="efdc7ed9-8590-4574-abc6-a3752e5e4065" providerId="ADAL" clId="{A9CD8E60-E8F3-4420-932D-C11BF36E91CF}" dt="2023-10-11T12:47:51.878" v="424" actId="20577"/>
          <ac:spMkLst>
            <pc:docMk/>
            <pc:sldMk cId="3849214192" sldId="333"/>
            <ac:spMk id="2" creationId="{20684620-6964-FC29-1E3C-D6C913149EDA}"/>
          </ac:spMkLst>
        </pc:spChg>
        <pc:spChg chg="mod">
          <ac:chgData name="Jaouher ROMDHANE" userId="efdc7ed9-8590-4574-abc6-a3752e5e4065" providerId="ADAL" clId="{A9CD8E60-E8F3-4420-932D-C11BF36E91CF}" dt="2023-10-11T12:46:34.626" v="420" actId="20577"/>
          <ac:spMkLst>
            <pc:docMk/>
            <pc:sldMk cId="3849214192" sldId="333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2:48:18.377" v="464" actId="20577"/>
          <ac:spMkLst>
            <pc:docMk/>
            <pc:sldMk cId="3849214192" sldId="333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A9CD8E60-E8F3-4420-932D-C11BF36E91CF}" dt="2023-10-11T12:46:11.089" v="392" actId="1076"/>
          <ac:picMkLst>
            <pc:docMk/>
            <pc:sldMk cId="3849214192" sldId="333"/>
            <ac:picMk id="4" creationId="{B4A81D44-E224-EC0C-0054-9227850B1700}"/>
          </ac:picMkLst>
        </pc:picChg>
        <pc:picChg chg="del">
          <ac:chgData name="Jaouher ROMDHANE" userId="efdc7ed9-8590-4574-abc6-a3752e5e4065" providerId="ADAL" clId="{A9CD8E60-E8F3-4420-932D-C11BF36E91CF}" dt="2023-10-11T12:45:58.376" v="388" actId="478"/>
          <ac:picMkLst>
            <pc:docMk/>
            <pc:sldMk cId="3849214192" sldId="333"/>
            <ac:picMk id="10" creationId="{B5CFFAFC-D1C7-2D62-0BE3-ACB2EA02FFFA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04:25.532" v="560" actId="1076"/>
        <pc:sldMkLst>
          <pc:docMk/>
          <pc:sldMk cId="1573898871" sldId="334"/>
        </pc:sldMkLst>
        <pc:spChg chg="mod">
          <ac:chgData name="Jaouher ROMDHANE" userId="efdc7ed9-8590-4574-abc6-a3752e5e4065" providerId="ADAL" clId="{A9CD8E60-E8F3-4420-932D-C11BF36E91CF}" dt="2023-10-11T13:02:43.054" v="535" actId="14100"/>
          <ac:spMkLst>
            <pc:docMk/>
            <pc:sldMk cId="1573898871" sldId="334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2:48:52.174" v="494" actId="20577"/>
          <ac:spMkLst>
            <pc:docMk/>
            <pc:sldMk cId="1573898871" sldId="334"/>
            <ac:spMk id="8" creationId="{4696142A-4D94-07E2-8A87-D6C395803471}"/>
          </ac:spMkLst>
        </pc:spChg>
        <pc:picChg chg="del">
          <ac:chgData name="Jaouher ROMDHANE" userId="efdc7ed9-8590-4574-abc6-a3752e5e4065" providerId="ADAL" clId="{A9CD8E60-E8F3-4420-932D-C11BF36E91CF}" dt="2023-10-11T13:01:29.117" v="520" actId="478"/>
          <ac:picMkLst>
            <pc:docMk/>
            <pc:sldMk cId="1573898871" sldId="334"/>
            <ac:picMk id="4" creationId="{B4A81D44-E224-EC0C-0054-9227850B1700}"/>
          </ac:picMkLst>
        </pc:picChg>
        <pc:picChg chg="add mod">
          <ac:chgData name="Jaouher ROMDHANE" userId="efdc7ed9-8590-4574-abc6-a3752e5e4065" providerId="ADAL" clId="{A9CD8E60-E8F3-4420-932D-C11BF36E91CF}" dt="2023-10-11T13:04:23.510" v="559" actId="1076"/>
          <ac:picMkLst>
            <pc:docMk/>
            <pc:sldMk cId="1573898871" sldId="334"/>
            <ac:picMk id="9" creationId="{96409FFA-438B-18E7-ACA7-33046DB85344}"/>
          </ac:picMkLst>
        </pc:picChg>
        <pc:picChg chg="add mod">
          <ac:chgData name="Jaouher ROMDHANE" userId="efdc7ed9-8590-4574-abc6-a3752e5e4065" providerId="ADAL" clId="{A9CD8E60-E8F3-4420-932D-C11BF36E91CF}" dt="2023-10-11T13:04:25.532" v="560" actId="1076"/>
          <ac:picMkLst>
            <pc:docMk/>
            <pc:sldMk cId="1573898871" sldId="334"/>
            <ac:picMk id="11" creationId="{1ECC3FF8-AD87-C5BA-4D12-0A102B1FE857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2:59:59.567" v="519" actId="1076"/>
        <pc:sldMkLst>
          <pc:docMk/>
          <pc:sldMk cId="2605065540" sldId="335"/>
        </pc:sldMkLst>
        <pc:spChg chg="mod">
          <ac:chgData name="Jaouher ROMDHANE" userId="efdc7ed9-8590-4574-abc6-a3752e5e4065" providerId="ADAL" clId="{A9CD8E60-E8F3-4420-932D-C11BF36E91CF}" dt="2023-10-11T12:50:08.987" v="508" actId="1076"/>
          <ac:spMkLst>
            <pc:docMk/>
            <pc:sldMk cId="2605065540" sldId="335"/>
            <ac:spMk id="5" creationId="{8B5F7F7E-E582-9673-B643-AA887B70E70D}"/>
          </ac:spMkLst>
        </pc:spChg>
        <pc:picChg chg="del">
          <ac:chgData name="Jaouher ROMDHANE" userId="efdc7ed9-8590-4574-abc6-a3752e5e4065" providerId="ADAL" clId="{A9CD8E60-E8F3-4420-932D-C11BF36E91CF}" dt="2023-10-11T12:49:23.411" v="496" actId="478"/>
          <ac:picMkLst>
            <pc:docMk/>
            <pc:sldMk cId="2605065540" sldId="335"/>
            <ac:picMk id="4" creationId="{B4A81D44-E224-EC0C-0054-9227850B1700}"/>
          </ac:picMkLst>
        </pc:picChg>
        <pc:picChg chg="add mod">
          <ac:chgData name="Jaouher ROMDHANE" userId="efdc7ed9-8590-4574-abc6-a3752e5e4065" providerId="ADAL" clId="{A9CD8E60-E8F3-4420-932D-C11BF36E91CF}" dt="2023-10-11T12:59:59.567" v="519" actId="1076"/>
          <ac:picMkLst>
            <pc:docMk/>
            <pc:sldMk cId="2605065540" sldId="335"/>
            <ac:picMk id="9" creationId="{5336C5CF-117E-6532-08D7-21EB289EF51C}"/>
          </ac:picMkLst>
        </pc:picChg>
        <pc:picChg chg="add mod">
          <ac:chgData name="Jaouher ROMDHANE" userId="efdc7ed9-8590-4574-abc6-a3752e5e4065" providerId="ADAL" clId="{A9CD8E60-E8F3-4420-932D-C11BF36E91CF}" dt="2023-10-11T12:59:58.033" v="518" actId="1076"/>
          <ac:picMkLst>
            <pc:docMk/>
            <pc:sldMk cId="2605065540" sldId="335"/>
            <ac:picMk id="11" creationId="{3F07FBDB-BAAA-281E-622A-88AECC71989A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05:29.684" v="575" actId="1076"/>
        <pc:sldMkLst>
          <pc:docMk/>
          <pc:sldMk cId="1361338331" sldId="336"/>
        </pc:sldMkLst>
        <pc:spChg chg="mod">
          <ac:chgData name="Jaouher ROMDHANE" userId="efdc7ed9-8590-4574-abc6-a3752e5e4065" providerId="ADAL" clId="{A9CD8E60-E8F3-4420-932D-C11BF36E91CF}" dt="2023-10-11T13:05:09.220" v="571" actId="20577"/>
          <ac:spMkLst>
            <pc:docMk/>
            <pc:sldMk cId="1361338331" sldId="336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3:03:14.668" v="552" actId="20577"/>
          <ac:spMkLst>
            <pc:docMk/>
            <pc:sldMk cId="1361338331" sldId="336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A9CD8E60-E8F3-4420-932D-C11BF36E91CF}" dt="2023-10-11T13:05:22.117" v="572" actId="14100"/>
          <ac:picMkLst>
            <pc:docMk/>
            <pc:sldMk cId="1361338331" sldId="336"/>
            <ac:picMk id="4" creationId="{C3EE3DCF-0B5E-CB72-A131-FD780AD74C40}"/>
          </ac:picMkLst>
        </pc:picChg>
        <pc:picChg chg="del">
          <ac:chgData name="Jaouher ROMDHANE" userId="efdc7ed9-8590-4574-abc6-a3752e5e4065" providerId="ADAL" clId="{A9CD8E60-E8F3-4420-932D-C11BF36E91CF}" dt="2023-10-11T13:03:16.488" v="553" actId="478"/>
          <ac:picMkLst>
            <pc:docMk/>
            <pc:sldMk cId="1361338331" sldId="336"/>
            <ac:picMk id="9" creationId="{96409FFA-438B-18E7-ACA7-33046DB85344}"/>
          </ac:picMkLst>
        </pc:picChg>
        <pc:picChg chg="add mod">
          <ac:chgData name="Jaouher ROMDHANE" userId="efdc7ed9-8590-4574-abc6-a3752e5e4065" providerId="ADAL" clId="{A9CD8E60-E8F3-4420-932D-C11BF36E91CF}" dt="2023-10-11T13:05:29.684" v="575" actId="1076"/>
          <ac:picMkLst>
            <pc:docMk/>
            <pc:sldMk cId="1361338331" sldId="336"/>
            <ac:picMk id="11" creationId="{60A90711-AF8F-3D70-DD2A-062C88FC1259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09:01.105" v="621" actId="1076"/>
        <pc:sldMkLst>
          <pc:docMk/>
          <pc:sldMk cId="3463158554" sldId="337"/>
        </pc:sldMkLst>
        <pc:spChg chg="mod">
          <ac:chgData name="Jaouher ROMDHANE" userId="efdc7ed9-8590-4574-abc6-a3752e5e4065" providerId="ADAL" clId="{A9CD8E60-E8F3-4420-932D-C11BF36E91CF}" dt="2023-10-11T13:08:18.537" v="612" actId="14100"/>
          <ac:spMkLst>
            <pc:docMk/>
            <pc:sldMk cId="3463158554" sldId="337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3:06:54.565" v="591" actId="20577"/>
          <ac:spMkLst>
            <pc:docMk/>
            <pc:sldMk cId="3463158554" sldId="337"/>
            <ac:spMk id="8" creationId="{4696142A-4D94-07E2-8A87-D6C395803471}"/>
          </ac:spMkLst>
        </pc:spChg>
        <pc:picChg chg="del">
          <ac:chgData name="Jaouher ROMDHANE" userId="efdc7ed9-8590-4574-abc6-a3752e5e4065" providerId="ADAL" clId="{A9CD8E60-E8F3-4420-932D-C11BF36E91CF}" dt="2023-10-11T13:07:14.338" v="592" actId="478"/>
          <ac:picMkLst>
            <pc:docMk/>
            <pc:sldMk cId="3463158554" sldId="337"/>
            <ac:picMk id="4" creationId="{C3EE3DCF-0B5E-CB72-A131-FD780AD74C40}"/>
          </ac:picMkLst>
        </pc:picChg>
        <pc:picChg chg="add mod">
          <ac:chgData name="Jaouher ROMDHANE" userId="efdc7ed9-8590-4574-abc6-a3752e5e4065" providerId="ADAL" clId="{A9CD8E60-E8F3-4420-932D-C11BF36E91CF}" dt="2023-10-11T13:08:58.921" v="620" actId="1076"/>
          <ac:picMkLst>
            <pc:docMk/>
            <pc:sldMk cId="3463158554" sldId="337"/>
            <ac:picMk id="9" creationId="{5BF3D266-1CBE-3289-56B1-BF358D27B79C}"/>
          </ac:picMkLst>
        </pc:picChg>
        <pc:picChg chg="del">
          <ac:chgData name="Jaouher ROMDHANE" userId="efdc7ed9-8590-4574-abc6-a3752e5e4065" providerId="ADAL" clId="{A9CD8E60-E8F3-4420-932D-C11BF36E91CF}" dt="2023-10-11T13:07:15.178" v="593" actId="478"/>
          <ac:picMkLst>
            <pc:docMk/>
            <pc:sldMk cId="3463158554" sldId="337"/>
            <ac:picMk id="11" creationId="{60A90711-AF8F-3D70-DD2A-062C88FC1259}"/>
          </ac:picMkLst>
        </pc:picChg>
        <pc:picChg chg="add mod">
          <ac:chgData name="Jaouher ROMDHANE" userId="efdc7ed9-8590-4574-abc6-a3752e5e4065" providerId="ADAL" clId="{A9CD8E60-E8F3-4420-932D-C11BF36E91CF}" dt="2023-10-11T13:09:01.105" v="621" actId="1076"/>
          <ac:picMkLst>
            <pc:docMk/>
            <pc:sldMk cId="3463158554" sldId="337"/>
            <ac:picMk id="12" creationId="{5CDB4CD0-5FAE-B8C4-671F-B0530E6FF935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11:06.252" v="708" actId="1076"/>
        <pc:sldMkLst>
          <pc:docMk/>
          <pc:sldMk cId="2397498224" sldId="338"/>
        </pc:sldMkLst>
        <pc:spChg chg="mod">
          <ac:chgData name="Jaouher ROMDHANE" userId="efdc7ed9-8590-4574-abc6-a3752e5e4065" providerId="ADAL" clId="{A9CD8E60-E8F3-4420-932D-C11BF36E91CF}" dt="2023-10-11T13:09:55.797" v="676" actId="20577"/>
          <ac:spMkLst>
            <pc:docMk/>
            <pc:sldMk cId="2397498224" sldId="338"/>
            <ac:spMk id="2" creationId="{20684620-6964-FC29-1E3C-D6C913149EDA}"/>
          </ac:spMkLst>
        </pc:spChg>
        <pc:spChg chg="mod">
          <ac:chgData name="Jaouher ROMDHANE" userId="efdc7ed9-8590-4574-abc6-a3752e5e4065" providerId="ADAL" clId="{A9CD8E60-E8F3-4420-932D-C11BF36E91CF}" dt="2023-10-11T13:11:05.120" v="707" actId="1076"/>
          <ac:spMkLst>
            <pc:docMk/>
            <pc:sldMk cId="2397498224" sldId="338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3:10:19.885" v="693" actId="20577"/>
          <ac:spMkLst>
            <pc:docMk/>
            <pc:sldMk cId="2397498224" sldId="338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A9CD8E60-E8F3-4420-932D-C11BF36E91CF}" dt="2023-10-11T13:11:06.252" v="708" actId="1076"/>
          <ac:picMkLst>
            <pc:docMk/>
            <pc:sldMk cId="2397498224" sldId="338"/>
            <ac:picMk id="4" creationId="{293C5018-F536-5B72-4827-C61696D2951A}"/>
          </ac:picMkLst>
        </pc:picChg>
        <pc:picChg chg="del mod">
          <ac:chgData name="Jaouher ROMDHANE" userId="efdc7ed9-8590-4574-abc6-a3752e5e4065" providerId="ADAL" clId="{A9CD8E60-E8F3-4420-932D-C11BF36E91CF}" dt="2023-10-11T13:10:11.641" v="685" actId="478"/>
          <ac:picMkLst>
            <pc:docMk/>
            <pc:sldMk cId="2397498224" sldId="338"/>
            <ac:picMk id="9" creationId="{5BF3D266-1CBE-3289-56B1-BF358D27B79C}"/>
          </ac:picMkLst>
        </pc:picChg>
        <pc:picChg chg="del">
          <ac:chgData name="Jaouher ROMDHANE" userId="efdc7ed9-8590-4574-abc6-a3752e5e4065" providerId="ADAL" clId="{A9CD8E60-E8F3-4420-932D-C11BF36E91CF}" dt="2023-10-11T13:10:12.293" v="686" actId="478"/>
          <ac:picMkLst>
            <pc:docMk/>
            <pc:sldMk cId="2397498224" sldId="338"/>
            <ac:picMk id="12" creationId="{5CDB4CD0-5FAE-B8C4-671F-B0530E6FF935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12:37.876" v="736" actId="20577"/>
        <pc:sldMkLst>
          <pc:docMk/>
          <pc:sldMk cId="408545295" sldId="339"/>
        </pc:sldMkLst>
        <pc:spChg chg="mod">
          <ac:chgData name="Jaouher ROMDHANE" userId="efdc7ed9-8590-4574-abc6-a3752e5e4065" providerId="ADAL" clId="{A9CD8E60-E8F3-4420-932D-C11BF36E91CF}" dt="2023-10-11T13:12:37.876" v="736" actId="20577"/>
          <ac:spMkLst>
            <pc:docMk/>
            <pc:sldMk cId="408545295" sldId="339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3:11:52.429" v="724" actId="20577"/>
          <ac:spMkLst>
            <pc:docMk/>
            <pc:sldMk cId="408545295" sldId="339"/>
            <ac:spMk id="8" creationId="{4696142A-4D94-07E2-8A87-D6C395803471}"/>
          </ac:spMkLst>
        </pc:spChg>
        <pc:picChg chg="del">
          <ac:chgData name="Jaouher ROMDHANE" userId="efdc7ed9-8590-4574-abc6-a3752e5e4065" providerId="ADAL" clId="{A9CD8E60-E8F3-4420-932D-C11BF36E91CF}" dt="2023-10-11T13:12:06.794" v="725" actId="478"/>
          <ac:picMkLst>
            <pc:docMk/>
            <pc:sldMk cId="408545295" sldId="339"/>
            <ac:picMk id="4" creationId="{293C5018-F536-5B72-4827-C61696D2951A}"/>
          </ac:picMkLst>
        </pc:picChg>
        <pc:picChg chg="add mod">
          <ac:chgData name="Jaouher ROMDHANE" userId="efdc7ed9-8590-4574-abc6-a3752e5e4065" providerId="ADAL" clId="{A9CD8E60-E8F3-4420-932D-C11BF36E91CF}" dt="2023-10-11T13:12:10.833" v="727" actId="14100"/>
          <ac:picMkLst>
            <pc:docMk/>
            <pc:sldMk cId="408545295" sldId="339"/>
            <ac:picMk id="9" creationId="{26C010FC-3DD5-BA6C-4F09-0F5CEC4D3E61}"/>
          </ac:picMkLst>
        </pc:picChg>
      </pc:sldChg>
      <pc:sldChg chg="addSp delSp modSp add mod">
        <pc:chgData name="Jaouher ROMDHANE" userId="efdc7ed9-8590-4574-abc6-a3752e5e4065" providerId="ADAL" clId="{A9CD8E60-E8F3-4420-932D-C11BF36E91CF}" dt="2023-10-11T13:15:34.400" v="799" actId="20577"/>
        <pc:sldMkLst>
          <pc:docMk/>
          <pc:sldMk cId="2206277021" sldId="340"/>
        </pc:sldMkLst>
        <pc:spChg chg="mod">
          <ac:chgData name="Jaouher ROMDHANE" userId="efdc7ed9-8590-4574-abc6-a3752e5e4065" providerId="ADAL" clId="{A9CD8E60-E8F3-4420-932D-C11BF36E91CF}" dt="2023-10-11T13:15:34.400" v="799" actId="20577"/>
          <ac:spMkLst>
            <pc:docMk/>
            <pc:sldMk cId="2206277021" sldId="340"/>
            <ac:spMk id="5" creationId="{8B5F7F7E-E582-9673-B643-AA887B70E70D}"/>
          </ac:spMkLst>
        </pc:spChg>
        <pc:spChg chg="mod">
          <ac:chgData name="Jaouher ROMDHANE" userId="efdc7ed9-8590-4574-abc6-a3752e5e4065" providerId="ADAL" clId="{A9CD8E60-E8F3-4420-932D-C11BF36E91CF}" dt="2023-10-11T13:15:10.445" v="766" actId="20577"/>
          <ac:spMkLst>
            <pc:docMk/>
            <pc:sldMk cId="2206277021" sldId="340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A9CD8E60-E8F3-4420-932D-C11BF36E91CF}" dt="2023-10-11T13:15:00.071" v="747" actId="1076"/>
          <ac:picMkLst>
            <pc:docMk/>
            <pc:sldMk cId="2206277021" sldId="340"/>
            <ac:picMk id="4" creationId="{E59E6D25-0137-9749-14B1-BBB8AA0924E6}"/>
          </ac:picMkLst>
        </pc:picChg>
        <pc:picChg chg="del">
          <ac:chgData name="Jaouher ROMDHANE" userId="efdc7ed9-8590-4574-abc6-a3752e5e4065" providerId="ADAL" clId="{A9CD8E60-E8F3-4420-932D-C11BF36E91CF}" dt="2023-10-11T13:14:21.207" v="738" actId="478"/>
          <ac:picMkLst>
            <pc:docMk/>
            <pc:sldMk cId="2206277021" sldId="340"/>
            <ac:picMk id="9" creationId="{26C010FC-3DD5-BA6C-4F09-0F5CEC4D3E61}"/>
          </ac:picMkLst>
        </pc:picChg>
      </pc:sldChg>
    </pc:docChg>
  </pc:docChgLst>
  <pc:docChgLst>
    <pc:chgData name="Guillaume CHAUVINEAU" userId="e0121b42-5508-471e-a368-1acd075aed82" providerId="ADAL" clId="{57CC4B98-C58D-40A9-8B6A-DA760A0A93C2}"/>
    <pc:docChg chg="undo custSel addSld delSld modSld sldOrd">
      <pc:chgData name="Guillaume CHAUVINEAU" userId="e0121b42-5508-471e-a368-1acd075aed82" providerId="ADAL" clId="{57CC4B98-C58D-40A9-8B6A-DA760A0A93C2}" dt="2023-12-13T11:19:44.503" v="1855" actId="114"/>
      <pc:docMkLst>
        <pc:docMk/>
      </pc:docMkLst>
      <pc:sldChg chg="modSp mod">
        <pc:chgData name="Guillaume CHAUVINEAU" userId="e0121b42-5508-471e-a368-1acd075aed82" providerId="ADAL" clId="{57CC4B98-C58D-40A9-8B6A-DA760A0A93C2}" dt="2023-12-13T11:00:29.135" v="1063" actId="123"/>
        <pc:sldMkLst>
          <pc:docMk/>
          <pc:sldMk cId="2775625948" sldId="321"/>
        </pc:sldMkLst>
        <pc:spChg chg="mod">
          <ac:chgData name="Guillaume CHAUVINEAU" userId="e0121b42-5508-471e-a368-1acd075aed82" providerId="ADAL" clId="{57CC4B98-C58D-40A9-8B6A-DA760A0A93C2}" dt="2023-12-13T11:00:29.135" v="1063" actId="123"/>
          <ac:spMkLst>
            <pc:docMk/>
            <pc:sldMk cId="2775625948" sldId="321"/>
            <ac:spMk id="12" creationId="{1FDBBCB1-04F0-D41C-47FA-F5D83C2E5250}"/>
          </ac:spMkLst>
        </pc:spChg>
      </pc:sldChg>
      <pc:sldChg chg="modSp mod">
        <pc:chgData name="Guillaume CHAUVINEAU" userId="e0121b42-5508-471e-a368-1acd075aed82" providerId="ADAL" clId="{57CC4B98-C58D-40A9-8B6A-DA760A0A93C2}" dt="2023-12-13T10:34:51.911" v="108" actId="20577"/>
        <pc:sldMkLst>
          <pc:docMk/>
          <pc:sldMk cId="1727506051" sldId="323"/>
        </pc:sldMkLst>
        <pc:spChg chg="mod">
          <ac:chgData name="Guillaume CHAUVINEAU" userId="e0121b42-5508-471e-a368-1acd075aed82" providerId="ADAL" clId="{57CC4B98-C58D-40A9-8B6A-DA760A0A93C2}" dt="2023-12-13T10:34:51.911" v="108" actId="20577"/>
          <ac:spMkLst>
            <pc:docMk/>
            <pc:sldMk cId="1727506051" sldId="323"/>
            <ac:spMk id="2" creationId="{27612C9B-26CB-E80A-28BB-AF9466E493CD}"/>
          </ac:spMkLst>
        </pc:spChg>
      </pc:sldChg>
      <pc:sldChg chg="modSp mod">
        <pc:chgData name="Guillaume CHAUVINEAU" userId="e0121b42-5508-471e-a368-1acd075aed82" providerId="ADAL" clId="{57CC4B98-C58D-40A9-8B6A-DA760A0A93C2}" dt="2023-12-13T11:00:37.854" v="1064" actId="123"/>
        <pc:sldMkLst>
          <pc:docMk/>
          <pc:sldMk cId="705218872" sldId="325"/>
        </pc:sldMkLst>
        <pc:spChg chg="mod">
          <ac:chgData name="Guillaume CHAUVINEAU" userId="e0121b42-5508-471e-a368-1acd075aed82" providerId="ADAL" clId="{57CC4B98-C58D-40A9-8B6A-DA760A0A93C2}" dt="2023-12-13T10:35:06.462" v="109"/>
          <ac:spMkLst>
            <pc:docMk/>
            <pc:sldMk cId="705218872" sldId="325"/>
            <ac:spMk id="11" creationId="{45332B01-5CE8-2AB0-43D6-B2C09178F1AD}"/>
          </ac:spMkLst>
        </pc:spChg>
        <pc:spChg chg="mod">
          <ac:chgData name="Guillaume CHAUVINEAU" userId="e0121b42-5508-471e-a368-1acd075aed82" providerId="ADAL" clId="{57CC4B98-C58D-40A9-8B6A-DA760A0A93C2}" dt="2023-12-13T11:00:37.854" v="1064" actId="123"/>
          <ac:spMkLst>
            <pc:docMk/>
            <pc:sldMk cId="705218872" sldId="325"/>
            <ac:spMk id="12" creationId="{1FDBBCB1-04F0-D41C-47FA-F5D83C2E5250}"/>
          </ac:spMkLst>
        </pc:spChg>
      </pc:sldChg>
      <pc:sldChg chg="modSp mod">
        <pc:chgData name="Guillaume CHAUVINEAU" userId="e0121b42-5508-471e-a368-1acd075aed82" providerId="ADAL" clId="{57CC4B98-C58D-40A9-8B6A-DA760A0A93C2}" dt="2023-12-13T10:35:13.482" v="111"/>
        <pc:sldMkLst>
          <pc:docMk/>
          <pc:sldMk cId="1125354044" sldId="326"/>
        </pc:sldMkLst>
        <pc:spChg chg="mod">
          <ac:chgData name="Guillaume CHAUVINEAU" userId="e0121b42-5508-471e-a368-1acd075aed82" providerId="ADAL" clId="{57CC4B98-C58D-40A9-8B6A-DA760A0A93C2}" dt="2023-12-13T10:35:13.482" v="111"/>
          <ac:spMkLst>
            <pc:docMk/>
            <pc:sldMk cId="1125354044" sldId="326"/>
            <ac:spMk id="11" creationId="{45332B01-5CE8-2AB0-43D6-B2C09178F1AD}"/>
          </ac:spMkLst>
        </pc:spChg>
      </pc:sldChg>
      <pc:sldChg chg="modSp add mod">
        <pc:chgData name="Guillaume CHAUVINEAU" userId="e0121b42-5508-471e-a368-1acd075aed82" providerId="ADAL" clId="{57CC4B98-C58D-40A9-8B6A-DA760A0A93C2}" dt="2023-12-13T11:15:11.852" v="1716" actId="20577"/>
        <pc:sldMkLst>
          <pc:docMk/>
          <pc:sldMk cId="746097061" sldId="327"/>
        </pc:sldMkLst>
        <pc:spChg chg="mod">
          <ac:chgData name="Guillaume CHAUVINEAU" userId="e0121b42-5508-471e-a368-1acd075aed82" providerId="ADAL" clId="{57CC4B98-C58D-40A9-8B6A-DA760A0A93C2}" dt="2023-12-13T10:35:09.178" v="110"/>
          <ac:spMkLst>
            <pc:docMk/>
            <pc:sldMk cId="746097061" sldId="327"/>
            <ac:spMk id="11" creationId="{45332B01-5CE8-2AB0-43D6-B2C09178F1AD}"/>
          </ac:spMkLst>
        </pc:spChg>
        <pc:spChg chg="mod">
          <ac:chgData name="Guillaume CHAUVINEAU" userId="e0121b42-5508-471e-a368-1acd075aed82" providerId="ADAL" clId="{57CC4B98-C58D-40A9-8B6A-DA760A0A93C2}" dt="2023-12-13T11:15:11.852" v="1716" actId="20577"/>
          <ac:spMkLst>
            <pc:docMk/>
            <pc:sldMk cId="746097061" sldId="327"/>
            <ac:spMk id="12" creationId="{1FDBBCB1-04F0-D41C-47FA-F5D83C2E5250}"/>
          </ac:spMkLst>
        </pc:spChg>
        <pc:spChg chg="mod">
          <ac:chgData name="Guillaume CHAUVINEAU" userId="e0121b42-5508-471e-a368-1acd075aed82" providerId="ADAL" clId="{57CC4B98-C58D-40A9-8B6A-DA760A0A93C2}" dt="2023-12-13T10:43:06.125" v="126" actId="20577"/>
          <ac:spMkLst>
            <pc:docMk/>
            <pc:sldMk cId="746097061" sldId="327"/>
            <ac:spMk id="14" creationId="{3F1E0D03-D065-D03A-276E-740907BE3E30}"/>
          </ac:spMkLst>
        </pc:spChg>
      </pc:sldChg>
      <pc:sldChg chg="modSp add mod ord">
        <pc:chgData name="Guillaume CHAUVINEAU" userId="e0121b42-5508-471e-a368-1acd075aed82" providerId="ADAL" clId="{57CC4B98-C58D-40A9-8B6A-DA760A0A93C2}" dt="2023-12-13T11:19:37.387" v="1854" actId="20577"/>
        <pc:sldMkLst>
          <pc:docMk/>
          <pc:sldMk cId="53406703" sldId="328"/>
        </pc:sldMkLst>
        <pc:spChg chg="mod">
          <ac:chgData name="Guillaume CHAUVINEAU" userId="e0121b42-5508-471e-a368-1acd075aed82" providerId="ADAL" clId="{57CC4B98-C58D-40A9-8B6A-DA760A0A93C2}" dt="2023-12-13T11:17:35.710" v="1839" actId="20577"/>
          <ac:spMkLst>
            <pc:docMk/>
            <pc:sldMk cId="53406703" sldId="328"/>
            <ac:spMk id="12" creationId="{1FDBBCB1-04F0-D41C-47FA-F5D83C2E5250}"/>
          </ac:spMkLst>
        </pc:spChg>
        <pc:spChg chg="mod">
          <ac:chgData name="Guillaume CHAUVINEAU" userId="e0121b42-5508-471e-a368-1acd075aed82" providerId="ADAL" clId="{57CC4B98-C58D-40A9-8B6A-DA760A0A93C2}" dt="2023-12-13T11:19:37.387" v="1854" actId="20577"/>
          <ac:spMkLst>
            <pc:docMk/>
            <pc:sldMk cId="53406703" sldId="328"/>
            <ac:spMk id="14" creationId="{3F1E0D03-D065-D03A-276E-740907BE3E30}"/>
          </ac:spMkLst>
        </pc:spChg>
      </pc:sldChg>
      <pc:sldChg chg="addSp modSp add mod ord">
        <pc:chgData name="Guillaume CHAUVINEAU" userId="e0121b42-5508-471e-a368-1acd075aed82" providerId="ADAL" clId="{57CC4B98-C58D-40A9-8B6A-DA760A0A93C2}" dt="2023-12-13T11:16:18.169" v="1747" actId="1076"/>
        <pc:sldMkLst>
          <pc:docMk/>
          <pc:sldMk cId="2248076399" sldId="329"/>
        </pc:sldMkLst>
        <pc:spChg chg="mod">
          <ac:chgData name="Guillaume CHAUVINEAU" userId="e0121b42-5508-471e-a368-1acd075aed82" providerId="ADAL" clId="{57CC4B98-C58D-40A9-8B6A-DA760A0A93C2}" dt="2023-12-13T11:16:05.979" v="1746" actId="6549"/>
          <ac:spMkLst>
            <pc:docMk/>
            <pc:sldMk cId="2248076399" sldId="329"/>
            <ac:spMk id="12" creationId="{1FDBBCB1-04F0-D41C-47FA-F5D83C2E5250}"/>
          </ac:spMkLst>
        </pc:spChg>
        <pc:picChg chg="add mod">
          <ac:chgData name="Guillaume CHAUVINEAU" userId="e0121b42-5508-471e-a368-1acd075aed82" providerId="ADAL" clId="{57CC4B98-C58D-40A9-8B6A-DA760A0A93C2}" dt="2023-12-13T11:16:18.169" v="1747" actId="1076"/>
          <ac:picMkLst>
            <pc:docMk/>
            <pc:sldMk cId="2248076399" sldId="329"/>
            <ac:picMk id="3" creationId="{6E9558CB-6393-1821-0F8D-D391EF92AF87}"/>
          </ac:picMkLst>
        </pc:picChg>
      </pc:sldChg>
      <pc:sldChg chg="modSp add mod">
        <pc:chgData name="Guillaume CHAUVINEAU" userId="e0121b42-5508-471e-a368-1acd075aed82" providerId="ADAL" clId="{57CC4B98-C58D-40A9-8B6A-DA760A0A93C2}" dt="2023-12-13T11:00:20.874" v="1061" actId="123"/>
        <pc:sldMkLst>
          <pc:docMk/>
          <pc:sldMk cId="296608046" sldId="330"/>
        </pc:sldMkLst>
        <pc:spChg chg="mod">
          <ac:chgData name="Guillaume CHAUVINEAU" userId="e0121b42-5508-471e-a368-1acd075aed82" providerId="ADAL" clId="{57CC4B98-C58D-40A9-8B6A-DA760A0A93C2}" dt="2023-12-13T11:00:20.874" v="1061" actId="123"/>
          <ac:spMkLst>
            <pc:docMk/>
            <pc:sldMk cId="296608046" sldId="330"/>
            <ac:spMk id="12" creationId="{1FDBBCB1-04F0-D41C-47FA-F5D83C2E5250}"/>
          </ac:spMkLst>
        </pc:spChg>
        <pc:spChg chg="mod">
          <ac:chgData name="Guillaume CHAUVINEAU" userId="e0121b42-5508-471e-a368-1acd075aed82" providerId="ADAL" clId="{57CC4B98-C58D-40A9-8B6A-DA760A0A93C2}" dt="2023-12-13T10:56:05.251" v="800" actId="20577"/>
          <ac:spMkLst>
            <pc:docMk/>
            <pc:sldMk cId="296608046" sldId="330"/>
            <ac:spMk id="14" creationId="{3F1E0D03-D065-D03A-276E-740907BE3E30}"/>
          </ac:spMkLst>
        </pc:spChg>
      </pc:sldChg>
      <pc:sldChg chg="addSp delSp modSp add mod">
        <pc:chgData name="Guillaume CHAUVINEAU" userId="e0121b42-5508-471e-a368-1acd075aed82" providerId="ADAL" clId="{57CC4B98-C58D-40A9-8B6A-DA760A0A93C2}" dt="2023-12-13T11:19:44.503" v="1855" actId="114"/>
        <pc:sldMkLst>
          <pc:docMk/>
          <pc:sldMk cId="2605454994" sldId="331"/>
        </pc:sldMkLst>
        <pc:spChg chg="mod">
          <ac:chgData name="Guillaume CHAUVINEAU" userId="e0121b42-5508-471e-a368-1acd075aed82" providerId="ADAL" clId="{57CC4B98-C58D-40A9-8B6A-DA760A0A93C2}" dt="2023-12-13T11:10:51.161" v="1668" actId="113"/>
          <ac:spMkLst>
            <pc:docMk/>
            <pc:sldMk cId="2605454994" sldId="331"/>
            <ac:spMk id="12" creationId="{1FDBBCB1-04F0-D41C-47FA-F5D83C2E5250}"/>
          </ac:spMkLst>
        </pc:spChg>
        <pc:spChg chg="del mod">
          <ac:chgData name="Guillaume CHAUVINEAU" userId="e0121b42-5508-471e-a368-1acd075aed82" providerId="ADAL" clId="{57CC4B98-C58D-40A9-8B6A-DA760A0A93C2}" dt="2023-12-13T11:06:08.050" v="1421" actId="478"/>
          <ac:spMkLst>
            <pc:docMk/>
            <pc:sldMk cId="2605454994" sldId="331"/>
            <ac:spMk id="14" creationId="{3F1E0D03-D065-D03A-276E-740907BE3E30}"/>
          </ac:spMkLst>
        </pc:spChg>
        <pc:spChg chg="add mod">
          <ac:chgData name="Guillaume CHAUVINEAU" userId="e0121b42-5508-471e-a368-1acd075aed82" providerId="ADAL" clId="{57CC4B98-C58D-40A9-8B6A-DA760A0A93C2}" dt="2023-12-13T11:04:29.647" v="1345" actId="571"/>
          <ac:spMkLst>
            <pc:docMk/>
            <pc:sldMk cId="2605454994" sldId="331"/>
            <ac:spMk id="15" creationId="{D8F53F60-AAD4-AF91-0201-FE9326F8AB0D}"/>
          </ac:spMkLst>
        </pc:spChg>
        <pc:spChg chg="add mod">
          <ac:chgData name="Guillaume CHAUVINEAU" userId="e0121b42-5508-471e-a368-1acd075aed82" providerId="ADAL" clId="{57CC4B98-C58D-40A9-8B6A-DA760A0A93C2}" dt="2023-12-13T11:11:02.454" v="1679" actId="1036"/>
          <ac:spMkLst>
            <pc:docMk/>
            <pc:sldMk cId="2605454994" sldId="331"/>
            <ac:spMk id="16" creationId="{D597CEC7-D5C2-8478-1750-25DD649F4CED}"/>
          </ac:spMkLst>
        </pc:spChg>
        <pc:spChg chg="add mod">
          <ac:chgData name="Guillaume CHAUVINEAU" userId="e0121b42-5508-471e-a368-1acd075aed82" providerId="ADAL" clId="{57CC4B98-C58D-40A9-8B6A-DA760A0A93C2}" dt="2023-12-13T11:06:11.415" v="1423" actId="20577"/>
          <ac:spMkLst>
            <pc:docMk/>
            <pc:sldMk cId="2605454994" sldId="331"/>
            <ac:spMk id="20" creationId="{595DC63B-795D-CD11-7A5B-D3D40867C546}"/>
          </ac:spMkLst>
        </pc:spChg>
        <pc:spChg chg="add mod">
          <ac:chgData name="Guillaume CHAUVINEAU" userId="e0121b42-5508-471e-a368-1acd075aed82" providerId="ADAL" clId="{57CC4B98-C58D-40A9-8B6A-DA760A0A93C2}" dt="2023-12-13T11:19:44.503" v="1855" actId="114"/>
          <ac:spMkLst>
            <pc:docMk/>
            <pc:sldMk cId="2605454994" sldId="331"/>
            <ac:spMk id="28" creationId="{DFCEE3DC-D483-85CF-4E6D-81B5CDD2BA95}"/>
          </ac:spMkLst>
        </pc:spChg>
        <pc:spChg chg="add mod">
          <ac:chgData name="Guillaume CHAUVINEAU" userId="e0121b42-5508-471e-a368-1acd075aed82" providerId="ADAL" clId="{57CC4B98-C58D-40A9-8B6A-DA760A0A93C2}" dt="2023-12-13T11:12:25.708" v="1689" actId="1035"/>
          <ac:spMkLst>
            <pc:docMk/>
            <pc:sldMk cId="2605454994" sldId="331"/>
            <ac:spMk id="32" creationId="{199D5D18-49AE-FF0F-D406-4442A8F379E6}"/>
          </ac:spMkLst>
        </pc:spChg>
        <pc:picChg chg="add mod modCrop">
          <ac:chgData name="Guillaume CHAUVINEAU" userId="e0121b42-5508-471e-a368-1acd075aed82" providerId="ADAL" clId="{57CC4B98-C58D-40A9-8B6A-DA760A0A93C2}" dt="2023-12-13T11:05:58.550" v="1418" actId="14100"/>
          <ac:picMkLst>
            <pc:docMk/>
            <pc:sldMk cId="2605454994" sldId="331"/>
            <ac:picMk id="3" creationId="{B89B8BB0-C269-AC64-DD93-9114968C1CA4}"/>
          </ac:picMkLst>
        </pc:picChg>
        <pc:picChg chg="add mod">
          <ac:chgData name="Guillaume CHAUVINEAU" userId="e0121b42-5508-471e-a368-1acd075aed82" providerId="ADAL" clId="{57CC4B98-C58D-40A9-8B6A-DA760A0A93C2}" dt="2023-12-13T11:12:26.779" v="1694" actId="1035"/>
          <ac:picMkLst>
            <pc:docMk/>
            <pc:sldMk cId="2605454994" sldId="331"/>
            <ac:picMk id="34" creationId="{7CD7D60B-3495-7D74-DC92-C73633D770FF}"/>
          </ac:picMkLst>
        </pc:picChg>
        <pc:cxnChg chg="add mod">
          <ac:chgData name="Guillaume CHAUVINEAU" userId="e0121b42-5508-471e-a368-1acd075aed82" providerId="ADAL" clId="{57CC4B98-C58D-40A9-8B6A-DA760A0A93C2}" dt="2023-12-13T11:09:53.048" v="1574" actId="14100"/>
          <ac:cxnSpMkLst>
            <pc:docMk/>
            <pc:sldMk cId="2605454994" sldId="331"/>
            <ac:cxnSpMk id="7" creationId="{8AAAEE76-F392-16B5-25A6-CAA8BCE75E47}"/>
          </ac:cxnSpMkLst>
        </pc:cxnChg>
        <pc:cxnChg chg="add mod">
          <ac:chgData name="Guillaume CHAUVINEAU" userId="e0121b42-5508-471e-a368-1acd075aed82" providerId="ADAL" clId="{57CC4B98-C58D-40A9-8B6A-DA760A0A93C2}" dt="2023-12-13T11:11:02.454" v="1679" actId="1036"/>
          <ac:cxnSpMkLst>
            <pc:docMk/>
            <pc:sldMk cId="2605454994" sldId="331"/>
            <ac:cxnSpMk id="17" creationId="{33C2AA82-0D44-09FF-3CEA-1B305D299576}"/>
          </ac:cxnSpMkLst>
        </pc:cxnChg>
        <pc:cxnChg chg="add mod">
          <ac:chgData name="Guillaume CHAUVINEAU" userId="e0121b42-5508-471e-a368-1acd075aed82" providerId="ADAL" clId="{57CC4B98-C58D-40A9-8B6A-DA760A0A93C2}" dt="2023-12-13T11:11:11.356" v="1681" actId="14100"/>
          <ac:cxnSpMkLst>
            <pc:docMk/>
            <pc:sldMk cId="2605454994" sldId="331"/>
            <ac:cxnSpMk id="29" creationId="{E65BB56C-674C-C25F-84F0-0C247BD8408F}"/>
          </ac:cxnSpMkLst>
        </pc:cxnChg>
      </pc:sldChg>
      <pc:sldChg chg="modSp add del mod ord">
        <pc:chgData name="Guillaume CHAUVINEAU" userId="e0121b42-5508-471e-a368-1acd075aed82" providerId="ADAL" clId="{57CC4B98-C58D-40A9-8B6A-DA760A0A93C2}" dt="2023-12-13T11:12:58.896" v="1715" actId="47"/>
        <pc:sldMkLst>
          <pc:docMk/>
          <pc:sldMk cId="689025352" sldId="332"/>
        </pc:sldMkLst>
        <pc:spChg chg="mod">
          <ac:chgData name="Guillaume CHAUVINEAU" userId="e0121b42-5508-471e-a368-1acd075aed82" providerId="ADAL" clId="{57CC4B98-C58D-40A9-8B6A-DA760A0A93C2}" dt="2023-12-13T11:12:56.689" v="1714" actId="20577"/>
          <ac:spMkLst>
            <pc:docMk/>
            <pc:sldMk cId="689025352" sldId="332"/>
            <ac:spMk id="14" creationId="{3F1E0D03-D065-D03A-276E-740907BE3E30}"/>
          </ac:spMkLst>
        </pc:spChg>
      </pc:sldChg>
      <pc:sldChg chg="delSp add del mod">
        <pc:chgData name="Guillaume CHAUVINEAU" userId="e0121b42-5508-471e-a368-1acd075aed82" providerId="ADAL" clId="{57CC4B98-C58D-40A9-8B6A-DA760A0A93C2}" dt="2023-12-13T11:12:45.927" v="1697" actId="47"/>
        <pc:sldMkLst>
          <pc:docMk/>
          <pc:sldMk cId="1624488027" sldId="332"/>
        </pc:sldMkLst>
        <pc:picChg chg="del">
          <ac:chgData name="Guillaume CHAUVINEAU" userId="e0121b42-5508-471e-a368-1acd075aed82" providerId="ADAL" clId="{57CC4B98-C58D-40A9-8B6A-DA760A0A93C2}" dt="2023-12-13T11:12:42.276" v="1696" actId="478"/>
          <ac:picMkLst>
            <pc:docMk/>
            <pc:sldMk cId="1624488027" sldId="332"/>
            <ac:picMk id="3" creationId="{B89B8BB0-C269-AC64-DD93-9114968C1CA4}"/>
          </ac:picMkLst>
        </pc:picChg>
      </pc:sldChg>
    </pc:docChg>
  </pc:docChgLst>
  <pc:docChgLst>
    <pc:chgData name="Jaouher ROMDHANE" userId="efdc7ed9-8590-4574-abc6-a3752e5e4065" providerId="ADAL" clId="{62BDFF58-B1F1-460B-8D5E-8C6E2B6584EC}"/>
    <pc:docChg chg="undo custSel addSld delSld modSld sldOrd">
      <pc:chgData name="Jaouher ROMDHANE" userId="efdc7ed9-8590-4574-abc6-a3752e5e4065" providerId="ADAL" clId="{62BDFF58-B1F1-460B-8D5E-8C6E2B6584EC}" dt="2023-09-12T15:33:44.518" v="1324" actId="13926"/>
      <pc:docMkLst>
        <pc:docMk/>
      </pc:docMkLst>
      <pc:sldChg chg="addSp modSp mod">
        <pc:chgData name="Jaouher ROMDHANE" userId="efdc7ed9-8590-4574-abc6-a3752e5e4065" providerId="ADAL" clId="{62BDFF58-B1F1-460B-8D5E-8C6E2B6584EC}" dt="2023-09-05T15:23:22.050" v="43" actId="20577"/>
        <pc:sldMkLst>
          <pc:docMk/>
          <pc:sldMk cId="1685857145" sldId="310"/>
        </pc:sldMkLst>
        <pc:spChg chg="mod">
          <ac:chgData name="Jaouher ROMDHANE" userId="efdc7ed9-8590-4574-abc6-a3752e5e4065" providerId="ADAL" clId="{62BDFF58-B1F1-460B-8D5E-8C6E2B6584EC}" dt="2023-09-05T15:23:22.050" v="43" actId="20577"/>
          <ac:spMkLst>
            <pc:docMk/>
            <pc:sldMk cId="1685857145" sldId="310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62BDFF58-B1F1-460B-8D5E-8C6E2B6584EC}" dt="2023-09-05T15:22:02.701" v="5" actId="14100"/>
          <ac:picMkLst>
            <pc:docMk/>
            <pc:sldMk cId="1685857145" sldId="310"/>
            <ac:picMk id="4" creationId="{D59385F7-4E10-A61C-7A7A-4B19CA89EFB1}"/>
          </ac:picMkLst>
        </pc:picChg>
      </pc:sldChg>
      <pc:sldChg chg="del">
        <pc:chgData name="Jaouher ROMDHANE" userId="efdc7ed9-8590-4574-abc6-a3752e5e4065" providerId="ADAL" clId="{62BDFF58-B1F1-460B-8D5E-8C6E2B6584EC}" dt="2023-09-05T15:23:25.096" v="45" actId="47"/>
        <pc:sldMkLst>
          <pc:docMk/>
          <pc:sldMk cId="3847942503" sldId="314"/>
        </pc:sldMkLst>
      </pc:sldChg>
      <pc:sldChg chg="del">
        <pc:chgData name="Jaouher ROMDHANE" userId="efdc7ed9-8590-4574-abc6-a3752e5e4065" providerId="ADAL" clId="{62BDFF58-B1F1-460B-8D5E-8C6E2B6584EC}" dt="2023-09-05T15:23:24.244" v="44" actId="47"/>
        <pc:sldMkLst>
          <pc:docMk/>
          <pc:sldMk cId="1905243963" sldId="317"/>
        </pc:sldMkLst>
      </pc:sldChg>
      <pc:sldChg chg="del">
        <pc:chgData name="Jaouher ROMDHANE" userId="efdc7ed9-8590-4574-abc6-a3752e5e4065" providerId="ADAL" clId="{62BDFF58-B1F1-460B-8D5E-8C6E2B6584EC}" dt="2023-09-05T15:23:25.890" v="46" actId="47"/>
        <pc:sldMkLst>
          <pc:docMk/>
          <pc:sldMk cId="2336071544" sldId="318"/>
        </pc:sldMkLst>
      </pc:sldChg>
      <pc:sldChg chg="modSp new mod ord">
        <pc:chgData name="Jaouher ROMDHANE" userId="efdc7ed9-8590-4574-abc6-a3752e5e4065" providerId="ADAL" clId="{62BDFF58-B1F1-460B-8D5E-8C6E2B6584EC}" dt="2023-09-05T15:49:44.718" v="708" actId="20577"/>
        <pc:sldMkLst>
          <pc:docMk/>
          <pc:sldMk cId="1079274304" sldId="319"/>
        </pc:sldMkLst>
        <pc:spChg chg="mod">
          <ac:chgData name="Jaouher ROMDHANE" userId="efdc7ed9-8590-4574-abc6-a3752e5e4065" providerId="ADAL" clId="{62BDFF58-B1F1-460B-8D5E-8C6E2B6584EC}" dt="2023-09-05T15:49:44.718" v="708" actId="20577"/>
          <ac:spMkLst>
            <pc:docMk/>
            <pc:sldMk cId="1079274304" sldId="319"/>
            <ac:spMk id="2" creationId="{EE224831-679D-FFB1-A8F7-0952FE16E3F1}"/>
          </ac:spMkLst>
        </pc:spChg>
        <pc:spChg chg="mod">
          <ac:chgData name="Jaouher ROMDHANE" userId="efdc7ed9-8590-4574-abc6-a3752e5e4065" providerId="ADAL" clId="{62BDFF58-B1F1-460B-8D5E-8C6E2B6584EC}" dt="2023-09-05T15:49:15.445" v="691" actId="20577"/>
          <ac:spMkLst>
            <pc:docMk/>
            <pc:sldMk cId="1079274304" sldId="319"/>
            <ac:spMk id="3" creationId="{A596D00E-AE85-AF80-F473-21382A82EF31}"/>
          </ac:spMkLst>
        </pc:spChg>
      </pc:sldChg>
      <pc:sldChg chg="addSp delSp modSp add mod">
        <pc:chgData name="Jaouher ROMDHANE" userId="efdc7ed9-8590-4574-abc6-a3752e5e4065" providerId="ADAL" clId="{62BDFF58-B1F1-460B-8D5E-8C6E2B6584EC}" dt="2023-09-05T15:34:24.011" v="402" actId="20577"/>
        <pc:sldMkLst>
          <pc:docMk/>
          <pc:sldMk cId="792651050" sldId="320"/>
        </pc:sldMkLst>
        <pc:spChg chg="add mod">
          <ac:chgData name="Jaouher ROMDHANE" userId="efdc7ed9-8590-4574-abc6-a3752e5e4065" providerId="ADAL" clId="{62BDFF58-B1F1-460B-8D5E-8C6E2B6584EC}" dt="2023-09-05T15:34:24.011" v="402" actId="20577"/>
          <ac:spMkLst>
            <pc:docMk/>
            <pc:sldMk cId="792651050" sldId="320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05T15:29:56.210" v="154" actId="20577"/>
          <ac:spMkLst>
            <pc:docMk/>
            <pc:sldMk cId="792651050" sldId="320"/>
            <ac:spMk id="8" creationId="{4696142A-4D94-07E2-8A87-D6C395803471}"/>
          </ac:spMkLst>
        </pc:spChg>
        <pc:picChg chg="del">
          <ac:chgData name="Jaouher ROMDHANE" userId="efdc7ed9-8590-4574-abc6-a3752e5e4065" providerId="ADAL" clId="{62BDFF58-B1F1-460B-8D5E-8C6E2B6584EC}" dt="2023-09-05T15:23:39.091" v="48" actId="478"/>
          <ac:picMkLst>
            <pc:docMk/>
            <pc:sldMk cId="792651050" sldId="320"/>
            <ac:picMk id="4" creationId="{D59385F7-4E10-A61C-7A7A-4B19CA89EFB1}"/>
          </ac:picMkLst>
        </pc:picChg>
      </pc:sldChg>
      <pc:sldChg chg="modSp new del mod">
        <pc:chgData name="Jaouher ROMDHANE" userId="efdc7ed9-8590-4574-abc6-a3752e5e4065" providerId="ADAL" clId="{62BDFF58-B1F1-460B-8D5E-8C6E2B6584EC}" dt="2023-09-05T15:34:45.560" v="404" actId="2696"/>
        <pc:sldMkLst>
          <pc:docMk/>
          <pc:sldMk cId="2175173260" sldId="321"/>
        </pc:sldMkLst>
        <pc:spChg chg="mod">
          <ac:chgData name="Jaouher ROMDHANE" userId="efdc7ed9-8590-4574-abc6-a3752e5e4065" providerId="ADAL" clId="{62BDFF58-B1F1-460B-8D5E-8C6E2B6584EC}" dt="2023-09-05T15:29:04.931" v="137" actId="20577"/>
          <ac:spMkLst>
            <pc:docMk/>
            <pc:sldMk cId="2175173260" sldId="321"/>
            <ac:spMk id="7" creationId="{1835B769-38FF-3CB7-9245-74E41C7AAE35}"/>
          </ac:spMkLst>
        </pc:spChg>
      </pc:sldChg>
      <pc:sldChg chg="addSp modSp add mod">
        <pc:chgData name="Jaouher ROMDHANE" userId="efdc7ed9-8590-4574-abc6-a3752e5e4065" providerId="ADAL" clId="{62BDFF58-B1F1-460B-8D5E-8C6E2B6584EC}" dt="2023-09-05T15:48:20.351" v="675" actId="1076"/>
        <pc:sldMkLst>
          <pc:docMk/>
          <pc:sldMk cId="1898277534" sldId="322"/>
        </pc:sldMkLst>
        <pc:spChg chg="mod">
          <ac:chgData name="Jaouher ROMDHANE" userId="efdc7ed9-8590-4574-abc6-a3752e5e4065" providerId="ADAL" clId="{62BDFF58-B1F1-460B-8D5E-8C6E2B6584EC}" dt="2023-09-05T15:38:23.907" v="672" actId="207"/>
          <ac:spMkLst>
            <pc:docMk/>
            <pc:sldMk cId="1898277534" sldId="322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05T15:35:12.162" v="461" actId="20577"/>
          <ac:spMkLst>
            <pc:docMk/>
            <pc:sldMk cId="1898277534" sldId="322"/>
            <ac:spMk id="8" creationId="{4696142A-4D94-07E2-8A87-D6C395803471}"/>
          </ac:spMkLst>
        </pc:spChg>
        <pc:picChg chg="add mod">
          <ac:chgData name="Jaouher ROMDHANE" userId="efdc7ed9-8590-4574-abc6-a3752e5e4065" providerId="ADAL" clId="{62BDFF58-B1F1-460B-8D5E-8C6E2B6584EC}" dt="2023-09-05T15:48:20.351" v="675" actId="1076"/>
          <ac:picMkLst>
            <pc:docMk/>
            <pc:sldMk cId="1898277534" sldId="322"/>
            <ac:picMk id="5" creationId="{61B1C0E9-72D9-076D-EAD9-446ECBA8D4F1}"/>
          </ac:picMkLst>
        </pc:picChg>
      </pc:sldChg>
      <pc:sldChg chg="addSp delSp modSp add mod">
        <pc:chgData name="Jaouher ROMDHANE" userId="efdc7ed9-8590-4574-abc6-a3752e5e4065" providerId="ADAL" clId="{62BDFF58-B1F1-460B-8D5E-8C6E2B6584EC}" dt="2023-09-12T15:32:59.575" v="1275" actId="20577"/>
        <pc:sldMkLst>
          <pc:docMk/>
          <pc:sldMk cId="2993386268" sldId="323"/>
        </pc:sldMkLst>
        <pc:spChg chg="mod">
          <ac:chgData name="Jaouher ROMDHANE" userId="efdc7ed9-8590-4574-abc6-a3752e5e4065" providerId="ADAL" clId="{62BDFF58-B1F1-460B-8D5E-8C6E2B6584EC}" dt="2023-09-05T15:52:08.183" v="799" actId="20577"/>
          <ac:spMkLst>
            <pc:docMk/>
            <pc:sldMk cId="2993386268" sldId="323"/>
            <ac:spMk id="2" creationId="{20684620-6964-FC29-1E3C-D6C913149EDA}"/>
          </ac:spMkLst>
        </pc:spChg>
        <pc:spChg chg="mod">
          <ac:chgData name="Jaouher ROMDHANE" userId="efdc7ed9-8590-4574-abc6-a3752e5e4065" providerId="ADAL" clId="{62BDFF58-B1F1-460B-8D5E-8C6E2B6584EC}" dt="2023-09-12T15:24:00.656" v="999" actId="20577"/>
          <ac:spMkLst>
            <pc:docMk/>
            <pc:sldMk cId="2993386268" sldId="323"/>
            <ac:spMk id="3" creationId="{B2D6BEC4-9489-6B07-EBCD-0529EDE0BBBA}"/>
          </ac:spMkLst>
        </pc:spChg>
        <pc:spChg chg="add del">
          <ac:chgData name="Jaouher ROMDHANE" userId="efdc7ed9-8590-4574-abc6-a3752e5e4065" providerId="ADAL" clId="{62BDFF58-B1F1-460B-8D5E-8C6E2B6584EC}" dt="2023-09-05T16:02:21.016" v="935"/>
          <ac:spMkLst>
            <pc:docMk/>
            <pc:sldMk cId="2993386268" sldId="323"/>
            <ac:spMk id="4" creationId="{FB457063-5138-048B-9C47-4B871A2EF04F}"/>
          </ac:spMkLst>
        </pc:spChg>
        <pc:spChg chg="mod">
          <ac:chgData name="Jaouher ROMDHANE" userId="efdc7ed9-8590-4574-abc6-a3752e5e4065" providerId="ADAL" clId="{62BDFF58-B1F1-460B-8D5E-8C6E2B6584EC}" dt="2023-09-12T15:32:59.575" v="1275" actId="20577"/>
          <ac:spMkLst>
            <pc:docMk/>
            <pc:sldMk cId="2993386268" sldId="323"/>
            <ac:spMk id="8" creationId="{4696142A-4D94-07E2-8A87-D6C395803471}"/>
          </ac:spMkLst>
        </pc:spChg>
        <pc:spChg chg="add del">
          <ac:chgData name="Jaouher ROMDHANE" userId="efdc7ed9-8590-4574-abc6-a3752e5e4065" providerId="ADAL" clId="{62BDFF58-B1F1-460B-8D5E-8C6E2B6584EC}" dt="2023-09-05T16:02:28.255" v="938"/>
          <ac:spMkLst>
            <pc:docMk/>
            <pc:sldMk cId="2993386268" sldId="323"/>
            <ac:spMk id="9" creationId="{2F592834-BB8A-867A-ED9B-8B52394EE81E}"/>
          </ac:spMkLst>
        </pc:spChg>
        <pc:picChg chg="del">
          <ac:chgData name="Jaouher ROMDHANE" userId="efdc7ed9-8590-4574-abc6-a3752e5e4065" providerId="ADAL" clId="{62BDFF58-B1F1-460B-8D5E-8C6E2B6584EC}" dt="2023-09-05T15:57:20.698" v="867" actId="478"/>
          <ac:picMkLst>
            <pc:docMk/>
            <pc:sldMk cId="2993386268" sldId="323"/>
            <ac:picMk id="5" creationId="{61B1C0E9-72D9-076D-EAD9-446ECBA8D4F1}"/>
          </ac:picMkLst>
        </pc:picChg>
      </pc:sldChg>
      <pc:sldChg chg="addSp delSp modSp add mod">
        <pc:chgData name="Jaouher ROMDHANE" userId="efdc7ed9-8590-4574-abc6-a3752e5e4065" providerId="ADAL" clId="{62BDFF58-B1F1-460B-8D5E-8C6E2B6584EC}" dt="2023-09-12T15:32:55.791" v="1274" actId="20577"/>
        <pc:sldMkLst>
          <pc:docMk/>
          <pc:sldMk cId="2825898363" sldId="324"/>
        </pc:sldMkLst>
        <pc:spChg chg="mod">
          <ac:chgData name="Jaouher ROMDHANE" userId="efdc7ed9-8590-4574-abc6-a3752e5e4065" providerId="ADAL" clId="{62BDFF58-B1F1-460B-8D5E-8C6E2B6584EC}" dt="2023-09-12T15:26:17.977" v="1095" actId="5793"/>
          <ac:spMkLst>
            <pc:docMk/>
            <pc:sldMk cId="2825898363" sldId="324"/>
            <ac:spMk id="3" creationId="{B2D6BEC4-9489-6B07-EBCD-0529EDE0BBBA}"/>
          </ac:spMkLst>
        </pc:spChg>
        <pc:spChg chg="add del">
          <ac:chgData name="Jaouher ROMDHANE" userId="efdc7ed9-8590-4574-abc6-a3752e5e4065" providerId="ADAL" clId="{62BDFF58-B1F1-460B-8D5E-8C6E2B6584EC}" dt="2023-09-12T15:25:07.339" v="1077"/>
          <ac:spMkLst>
            <pc:docMk/>
            <pc:sldMk cId="2825898363" sldId="324"/>
            <ac:spMk id="4" creationId="{9BCFF607-01C5-1C97-3470-8362C244EFF3}"/>
          </ac:spMkLst>
        </pc:spChg>
        <pc:spChg chg="mod">
          <ac:chgData name="Jaouher ROMDHANE" userId="efdc7ed9-8590-4574-abc6-a3752e5e4065" providerId="ADAL" clId="{62BDFF58-B1F1-460B-8D5E-8C6E2B6584EC}" dt="2023-09-12T15:32:55.791" v="1274" actId="20577"/>
          <ac:spMkLst>
            <pc:docMk/>
            <pc:sldMk cId="2825898363" sldId="324"/>
            <ac:spMk id="8" creationId="{4696142A-4D94-07E2-8A87-D6C395803471}"/>
          </ac:spMkLst>
        </pc:spChg>
      </pc:sldChg>
      <pc:sldChg chg="modSp add mod">
        <pc:chgData name="Jaouher ROMDHANE" userId="efdc7ed9-8590-4574-abc6-a3752e5e4065" providerId="ADAL" clId="{62BDFF58-B1F1-460B-8D5E-8C6E2B6584EC}" dt="2023-09-12T15:32:42.551" v="1271" actId="20577"/>
        <pc:sldMkLst>
          <pc:docMk/>
          <pc:sldMk cId="1072395765" sldId="325"/>
        </pc:sldMkLst>
        <pc:spChg chg="mod">
          <ac:chgData name="Jaouher ROMDHANE" userId="efdc7ed9-8590-4574-abc6-a3752e5e4065" providerId="ADAL" clId="{62BDFF58-B1F1-460B-8D5E-8C6E2B6584EC}" dt="2023-09-12T15:27:55.146" v="1127" actId="20577"/>
          <ac:spMkLst>
            <pc:docMk/>
            <pc:sldMk cId="1072395765" sldId="325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12T15:32:42.551" v="1271" actId="20577"/>
          <ac:spMkLst>
            <pc:docMk/>
            <pc:sldMk cId="1072395765" sldId="325"/>
            <ac:spMk id="8" creationId="{4696142A-4D94-07E2-8A87-D6C395803471}"/>
          </ac:spMkLst>
        </pc:spChg>
      </pc:sldChg>
      <pc:sldChg chg="modSp add mod">
        <pc:chgData name="Jaouher ROMDHANE" userId="efdc7ed9-8590-4574-abc6-a3752e5e4065" providerId="ADAL" clId="{62BDFF58-B1F1-460B-8D5E-8C6E2B6584EC}" dt="2023-09-12T15:32:46.167" v="1272" actId="20577"/>
        <pc:sldMkLst>
          <pc:docMk/>
          <pc:sldMk cId="2044148125" sldId="326"/>
        </pc:sldMkLst>
        <pc:spChg chg="mod">
          <ac:chgData name="Jaouher ROMDHANE" userId="efdc7ed9-8590-4574-abc6-a3752e5e4065" providerId="ADAL" clId="{62BDFF58-B1F1-460B-8D5E-8C6E2B6584EC}" dt="2023-09-12T15:30:20.508" v="1204" actId="20577"/>
          <ac:spMkLst>
            <pc:docMk/>
            <pc:sldMk cId="2044148125" sldId="326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12T15:32:46.167" v="1272" actId="20577"/>
          <ac:spMkLst>
            <pc:docMk/>
            <pc:sldMk cId="2044148125" sldId="326"/>
            <ac:spMk id="8" creationId="{4696142A-4D94-07E2-8A87-D6C395803471}"/>
          </ac:spMkLst>
        </pc:spChg>
      </pc:sldChg>
      <pc:sldChg chg="modSp add mod">
        <pc:chgData name="Jaouher ROMDHANE" userId="efdc7ed9-8590-4574-abc6-a3752e5e4065" providerId="ADAL" clId="{62BDFF58-B1F1-460B-8D5E-8C6E2B6584EC}" dt="2023-09-12T15:32:49.527" v="1273" actId="20577"/>
        <pc:sldMkLst>
          <pc:docMk/>
          <pc:sldMk cId="50332706" sldId="327"/>
        </pc:sldMkLst>
        <pc:spChg chg="mod">
          <ac:chgData name="Jaouher ROMDHANE" userId="efdc7ed9-8590-4574-abc6-a3752e5e4065" providerId="ADAL" clId="{62BDFF58-B1F1-460B-8D5E-8C6E2B6584EC}" dt="2023-09-12T15:32:04.405" v="1259" actId="20577"/>
          <ac:spMkLst>
            <pc:docMk/>
            <pc:sldMk cId="50332706" sldId="327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12T15:32:49.527" v="1273" actId="20577"/>
          <ac:spMkLst>
            <pc:docMk/>
            <pc:sldMk cId="50332706" sldId="327"/>
            <ac:spMk id="8" creationId="{4696142A-4D94-07E2-8A87-D6C395803471}"/>
          </ac:spMkLst>
        </pc:spChg>
      </pc:sldChg>
      <pc:sldChg chg="modSp add mod">
        <pc:chgData name="Jaouher ROMDHANE" userId="efdc7ed9-8590-4574-abc6-a3752e5e4065" providerId="ADAL" clId="{62BDFF58-B1F1-460B-8D5E-8C6E2B6584EC}" dt="2023-09-12T15:33:44.518" v="1324" actId="13926"/>
        <pc:sldMkLst>
          <pc:docMk/>
          <pc:sldMk cId="2424974131" sldId="328"/>
        </pc:sldMkLst>
        <pc:spChg chg="mod">
          <ac:chgData name="Jaouher ROMDHANE" userId="efdc7ed9-8590-4574-abc6-a3752e5e4065" providerId="ADAL" clId="{62BDFF58-B1F1-460B-8D5E-8C6E2B6584EC}" dt="2023-09-12T15:33:44.518" v="1324" actId="13926"/>
          <ac:spMkLst>
            <pc:docMk/>
            <pc:sldMk cId="2424974131" sldId="328"/>
            <ac:spMk id="3" creationId="{B2D6BEC4-9489-6B07-EBCD-0529EDE0BBBA}"/>
          </ac:spMkLst>
        </pc:spChg>
        <pc:spChg chg="mod">
          <ac:chgData name="Jaouher ROMDHANE" userId="efdc7ed9-8590-4574-abc6-a3752e5e4065" providerId="ADAL" clId="{62BDFF58-B1F1-460B-8D5E-8C6E2B6584EC}" dt="2023-09-12T15:32:38.280" v="1270" actId="20577"/>
          <ac:spMkLst>
            <pc:docMk/>
            <pc:sldMk cId="2424974131" sldId="328"/>
            <ac:spMk id="8" creationId="{4696142A-4D94-07E2-8A87-D6C395803471}"/>
          </ac:spMkLst>
        </pc:spChg>
      </pc:sldChg>
    </pc:docChg>
  </pc:docChgLst>
  <pc:docChgLst>
    <pc:chgData name="Jaouher ROMDHANE" userId="efdc7ed9-8590-4574-abc6-a3752e5e4065" providerId="ADAL" clId="{BC331FD1-2F79-4E2D-AF1C-2240C062AF16}"/>
    <pc:docChg chg="undo custSel modSld">
      <pc:chgData name="Jaouher ROMDHANE" userId="efdc7ed9-8590-4574-abc6-a3752e5e4065" providerId="ADAL" clId="{BC331FD1-2F79-4E2D-AF1C-2240C062AF16}" dt="2024-04-30T09:49:59.723" v="482" actId="20577"/>
      <pc:docMkLst>
        <pc:docMk/>
      </pc:docMkLst>
      <pc:sldChg chg="addSp delSp modSp mod">
        <pc:chgData name="Jaouher ROMDHANE" userId="efdc7ed9-8590-4574-abc6-a3752e5e4065" providerId="ADAL" clId="{BC331FD1-2F79-4E2D-AF1C-2240C062AF16}" dt="2024-04-30T09:49:59.723" v="482" actId="20577"/>
        <pc:sldMkLst>
          <pc:docMk/>
          <pc:sldMk cId="2775625948" sldId="321"/>
        </pc:sldMkLst>
        <pc:spChg chg="add del mod">
          <ac:chgData name="Jaouher ROMDHANE" userId="efdc7ed9-8590-4574-abc6-a3752e5e4065" providerId="ADAL" clId="{BC331FD1-2F79-4E2D-AF1C-2240C062AF16}" dt="2024-04-29T16:35:06.674" v="9" actId="478"/>
          <ac:spMkLst>
            <pc:docMk/>
            <pc:sldMk cId="2775625948" sldId="321"/>
            <ac:spMk id="3" creationId="{551C605F-CBCD-206A-7D4B-72E3189A40DC}"/>
          </ac:spMkLst>
        </pc:spChg>
        <pc:spChg chg="mod">
          <ac:chgData name="Jaouher ROMDHANE" userId="efdc7ed9-8590-4574-abc6-a3752e5e4065" providerId="ADAL" clId="{BC331FD1-2F79-4E2D-AF1C-2240C062AF16}" dt="2024-04-30T09:49:59.723" v="482" actId="20577"/>
          <ac:spMkLst>
            <pc:docMk/>
            <pc:sldMk cId="2775625948" sldId="321"/>
            <ac:spMk id="6" creationId="{3CDBE7C9-BBB6-26D2-C934-86809417F1D6}"/>
          </ac:spMkLst>
        </pc:spChg>
        <pc:spChg chg="add mod">
          <ac:chgData name="Jaouher ROMDHANE" userId="efdc7ed9-8590-4574-abc6-a3752e5e4065" providerId="ADAL" clId="{BC331FD1-2F79-4E2D-AF1C-2240C062AF16}" dt="2024-04-29T16:36:53.090" v="439" actId="20577"/>
          <ac:spMkLst>
            <pc:docMk/>
            <pc:sldMk cId="2775625948" sldId="321"/>
            <ac:spMk id="7" creationId="{B8AF2A79-9E58-8818-250C-764A669732D2}"/>
          </ac:spMkLst>
        </pc:spChg>
        <pc:spChg chg="mod">
          <ac:chgData name="Jaouher ROMDHANE" userId="efdc7ed9-8590-4574-abc6-a3752e5e4065" providerId="ADAL" clId="{BC331FD1-2F79-4E2D-AF1C-2240C062AF16}" dt="2024-04-30T09:46:39.216" v="463" actId="20577"/>
          <ac:spMkLst>
            <pc:docMk/>
            <pc:sldMk cId="2775625948" sldId="321"/>
            <ac:spMk id="10" creationId="{6A0B4115-4485-6BBF-A79A-F5246F0F9E72}"/>
          </ac:spMkLst>
        </pc:spChg>
        <pc:spChg chg="mod">
          <ac:chgData name="Jaouher ROMDHANE" userId="efdc7ed9-8590-4574-abc6-a3752e5e4065" providerId="ADAL" clId="{BC331FD1-2F79-4E2D-AF1C-2240C062AF16}" dt="2024-04-29T16:37:54.548" v="457" actId="20577"/>
          <ac:spMkLst>
            <pc:docMk/>
            <pc:sldMk cId="2775625948" sldId="321"/>
            <ac:spMk id="11" creationId="{45332B01-5CE8-2AB0-43D6-B2C09178F1AD}"/>
          </ac:spMkLst>
        </pc:spChg>
        <pc:spChg chg="mod">
          <ac:chgData name="Jaouher ROMDHANE" userId="efdc7ed9-8590-4574-abc6-a3752e5e4065" providerId="ADAL" clId="{BC331FD1-2F79-4E2D-AF1C-2240C062AF16}" dt="2024-04-29T16:34:47.242" v="5" actId="20577"/>
          <ac:spMkLst>
            <pc:docMk/>
            <pc:sldMk cId="2775625948" sldId="321"/>
            <ac:spMk id="17" creationId="{314ACD14-8275-9B68-198C-2D4F7EC609C8}"/>
          </ac:spMkLst>
        </pc:spChg>
        <pc:spChg chg="del mod">
          <ac:chgData name="Jaouher ROMDHANE" userId="efdc7ed9-8590-4574-abc6-a3752e5e4065" providerId="ADAL" clId="{BC331FD1-2F79-4E2D-AF1C-2240C062AF16}" dt="2024-04-29T16:34:58.286" v="7" actId="478"/>
          <ac:spMkLst>
            <pc:docMk/>
            <pc:sldMk cId="2775625948" sldId="321"/>
            <ac:spMk id="18" creationId="{97C8DF78-C7F0-C585-C525-A443AC94A6AE}"/>
          </ac:spMkLst>
        </pc:spChg>
        <pc:graphicFrameChg chg="add del mod">
          <ac:chgData name="Jaouher ROMDHANE" userId="efdc7ed9-8590-4574-abc6-a3752e5e4065" providerId="ADAL" clId="{BC331FD1-2F79-4E2D-AF1C-2240C062AF16}" dt="2024-04-30T09:48:51.337" v="470" actId="478"/>
          <ac:graphicFrameMkLst>
            <pc:docMk/>
            <pc:sldMk cId="2775625948" sldId="321"/>
            <ac:graphicFrameMk id="8" creationId="{8DC6224B-18E7-D2E5-ACCD-CD63A2637D8F}"/>
          </ac:graphicFrameMkLst>
        </pc:graphicFrameChg>
        <pc:graphicFrameChg chg="add mod">
          <ac:chgData name="Jaouher ROMDHANE" userId="efdc7ed9-8590-4574-abc6-a3752e5e4065" providerId="ADAL" clId="{BC331FD1-2F79-4E2D-AF1C-2240C062AF16}" dt="2024-04-30T09:49:42.621" v="480" actId="255"/>
          <ac:graphicFrameMkLst>
            <pc:docMk/>
            <pc:sldMk cId="2775625948" sldId="321"/>
            <ac:graphicFrameMk id="18" creationId="{C6233047-FA5A-4A6A-89E2-69EA1EB6476D}"/>
          </ac:graphicFrameMkLst>
        </pc:graphicFrameChg>
        <pc:graphicFrameChg chg="del">
          <ac:chgData name="Jaouher ROMDHANE" userId="efdc7ed9-8590-4574-abc6-a3752e5e4065" providerId="ADAL" clId="{BC331FD1-2F79-4E2D-AF1C-2240C062AF16}" dt="2024-04-29T16:37:08.842" v="440" actId="478"/>
          <ac:graphicFrameMkLst>
            <pc:docMk/>
            <pc:sldMk cId="2775625948" sldId="321"/>
            <ac:graphicFrameMk id="19" creationId="{BE3D47B8-7DD1-7808-84EE-15D0145B5AE1}"/>
          </ac:graphicFrameMkLst>
        </pc:graphicFrameChg>
        <pc:picChg chg="add mod">
          <ac:chgData name="Jaouher ROMDHANE" userId="efdc7ed9-8590-4574-abc6-a3752e5e4065" providerId="ADAL" clId="{BC331FD1-2F79-4E2D-AF1C-2240C062AF16}" dt="2024-04-30T09:46:21.704" v="461" actId="1076"/>
          <ac:picMkLst>
            <pc:docMk/>
            <pc:sldMk cId="2775625948" sldId="321"/>
            <ac:picMk id="3" creationId="{2B5E3F5D-8B42-5AEE-5ABC-A873EC6A5223}"/>
          </ac:picMkLst>
        </pc:picChg>
        <pc:picChg chg="add mod">
          <ac:chgData name="Jaouher ROMDHANE" userId="efdc7ed9-8590-4574-abc6-a3752e5e4065" providerId="ADAL" clId="{BC331FD1-2F79-4E2D-AF1C-2240C062AF16}" dt="2024-04-30T09:47:14.391" v="467" actId="1076"/>
          <ac:picMkLst>
            <pc:docMk/>
            <pc:sldMk cId="2775625948" sldId="321"/>
            <ac:picMk id="12" creationId="{988FE2EE-A135-0141-3A00-0615740DC2AF}"/>
          </ac:picMkLst>
        </pc:picChg>
        <pc:picChg chg="del">
          <ac:chgData name="Jaouher ROMDHANE" userId="efdc7ed9-8590-4574-abc6-a3752e5e4065" providerId="ADAL" clId="{BC331FD1-2F79-4E2D-AF1C-2240C062AF16}" dt="2024-04-30T09:46:12.548" v="458" actId="478"/>
          <ac:picMkLst>
            <pc:docMk/>
            <pc:sldMk cId="2775625948" sldId="321"/>
            <ac:picMk id="21" creationId="{4089FE31-1CE7-EE80-F4C7-A261E90C4F40}"/>
          </ac:picMkLst>
        </pc:picChg>
        <pc:picChg chg="del">
          <ac:chgData name="Jaouher ROMDHANE" userId="efdc7ed9-8590-4574-abc6-a3752e5e4065" providerId="ADAL" clId="{BC331FD1-2F79-4E2D-AF1C-2240C062AF16}" dt="2024-04-30T09:47:02.783" v="464" actId="478"/>
          <ac:picMkLst>
            <pc:docMk/>
            <pc:sldMk cId="2775625948" sldId="321"/>
            <ac:picMk id="23" creationId="{9644FFFE-65FC-141D-BDEC-8B096EABCA09}"/>
          </ac:picMkLst>
        </pc:picChg>
      </pc:sldChg>
    </pc:docChg>
  </pc:docChgLst>
  <pc:docChgLst>
    <pc:chgData name="Jaouher ROMDHANE" userId="efdc7ed9-8590-4574-abc6-a3752e5e4065" providerId="ADAL" clId="{5CE839A6-8AB6-47F3-A7E8-13B38A2122B9}"/>
    <pc:docChg chg="modSld">
      <pc:chgData name="Jaouher ROMDHANE" userId="efdc7ed9-8590-4574-abc6-a3752e5e4065" providerId="ADAL" clId="{5CE839A6-8AB6-47F3-A7E8-13B38A2122B9}" dt="2024-04-15T12:14:09.793" v="0" actId="1076"/>
      <pc:docMkLst>
        <pc:docMk/>
      </pc:docMkLst>
      <pc:sldChg chg="modSp mod">
        <pc:chgData name="Jaouher ROMDHANE" userId="efdc7ed9-8590-4574-abc6-a3752e5e4065" providerId="ADAL" clId="{5CE839A6-8AB6-47F3-A7E8-13B38A2122B9}" dt="2024-04-15T12:14:09.793" v="0" actId="1076"/>
        <pc:sldMkLst>
          <pc:docMk/>
          <pc:sldMk cId="1079274304" sldId="319"/>
        </pc:sldMkLst>
        <pc:spChg chg="mod">
          <ac:chgData name="Jaouher ROMDHANE" userId="efdc7ed9-8590-4574-abc6-a3752e5e4065" providerId="ADAL" clId="{5CE839A6-8AB6-47F3-A7E8-13B38A2122B9}" dt="2024-04-15T12:14:09.793" v="0" actId="1076"/>
          <ac:spMkLst>
            <pc:docMk/>
            <pc:sldMk cId="1079274304" sldId="319"/>
            <ac:spMk id="2" creationId="{EE224831-679D-FFB1-A8F7-0952FE16E3F1}"/>
          </ac:spMkLst>
        </pc:spChg>
      </pc:sldChg>
    </pc:docChg>
  </pc:docChgLst>
  <pc:docChgLst>
    <pc:chgData name="Jaouher ROMDHANE" userId="efdc7ed9-8590-4574-abc6-a3752e5e4065" providerId="ADAL" clId="{6E5770F3-71BC-4D44-AA57-55FAF34C5F51}"/>
    <pc:docChg chg="undo custSel addSld delSld modSld sldOrd">
      <pc:chgData name="Jaouher ROMDHANE" userId="efdc7ed9-8590-4574-abc6-a3752e5e4065" providerId="ADAL" clId="{6E5770F3-71BC-4D44-AA57-55FAF34C5F51}" dt="2023-07-18T11:11:19.601" v="347" actId="1076"/>
      <pc:docMkLst>
        <pc:docMk/>
      </pc:docMkLst>
      <pc:sldChg chg="addSp modSp del mod ord">
        <pc:chgData name="Jaouher ROMDHANE" userId="efdc7ed9-8590-4574-abc6-a3752e5e4065" providerId="ADAL" clId="{6E5770F3-71BC-4D44-AA57-55FAF34C5F51}" dt="2023-07-18T09:56:49.632" v="146" actId="2696"/>
        <pc:sldMkLst>
          <pc:docMk/>
          <pc:sldMk cId="2414507723" sldId="306"/>
        </pc:sldMkLst>
        <pc:spChg chg="mod">
          <ac:chgData name="Jaouher ROMDHANE" userId="efdc7ed9-8590-4574-abc6-a3752e5e4065" providerId="ADAL" clId="{6E5770F3-71BC-4D44-AA57-55FAF34C5F51}" dt="2023-07-18T09:52:33.709" v="80" actId="20577"/>
          <ac:spMkLst>
            <pc:docMk/>
            <pc:sldMk cId="2414507723" sldId="306"/>
            <ac:spMk id="14" creationId="{00000000-0000-0000-0000-000000000000}"/>
          </ac:spMkLst>
        </pc:spChg>
        <pc:spChg chg="mod">
          <ac:chgData name="Jaouher ROMDHANE" userId="efdc7ed9-8590-4574-abc6-a3752e5e4065" providerId="ADAL" clId="{6E5770F3-71BC-4D44-AA57-55FAF34C5F51}" dt="2023-07-18T09:55:06.571" v="123" actId="1076"/>
          <ac:spMkLst>
            <pc:docMk/>
            <pc:sldMk cId="2414507723" sldId="306"/>
            <ac:spMk id="16" creationId="{00000000-0000-0000-0000-000000000000}"/>
          </ac:spMkLst>
        </pc:spChg>
        <pc:picChg chg="mod">
          <ac:chgData name="Jaouher ROMDHANE" userId="efdc7ed9-8590-4574-abc6-a3752e5e4065" providerId="ADAL" clId="{6E5770F3-71BC-4D44-AA57-55FAF34C5F51}" dt="2023-07-18T09:55:28.102" v="129" actId="14100"/>
          <ac:picMkLst>
            <pc:docMk/>
            <pc:sldMk cId="2414507723" sldId="306"/>
            <ac:picMk id="3" creationId="{D4C7FEAA-46D7-FE3B-0366-D324C3F02812}"/>
          </ac:picMkLst>
        </pc:picChg>
        <pc:picChg chg="add mod">
          <ac:chgData name="Jaouher ROMDHANE" userId="efdc7ed9-8590-4574-abc6-a3752e5e4065" providerId="ADAL" clId="{6E5770F3-71BC-4D44-AA57-55FAF34C5F51}" dt="2023-07-18T09:55:36.700" v="131" actId="1076"/>
          <ac:picMkLst>
            <pc:docMk/>
            <pc:sldMk cId="2414507723" sldId="306"/>
            <ac:picMk id="4" creationId="{9132BDA8-326B-6A0B-C370-0E31A5F78093}"/>
          </ac:picMkLst>
        </pc:picChg>
      </pc:sldChg>
      <pc:sldChg chg="modSp mod">
        <pc:chgData name="Jaouher ROMDHANE" userId="efdc7ed9-8590-4574-abc6-a3752e5e4065" providerId="ADAL" clId="{6E5770F3-71BC-4D44-AA57-55FAF34C5F51}" dt="2023-07-18T09:58:34.730" v="163" actId="20577"/>
        <pc:sldMkLst>
          <pc:docMk/>
          <pc:sldMk cId="575874038" sldId="307"/>
        </pc:sldMkLst>
        <pc:spChg chg="mod">
          <ac:chgData name="Jaouher ROMDHANE" userId="efdc7ed9-8590-4574-abc6-a3752e5e4065" providerId="ADAL" clId="{6E5770F3-71BC-4D44-AA57-55FAF34C5F51}" dt="2023-07-18T09:52:29.556" v="78" actId="20577"/>
          <ac:spMkLst>
            <pc:docMk/>
            <pc:sldMk cId="575874038" sldId="307"/>
            <ac:spMk id="14" creationId="{00000000-0000-0000-0000-000000000000}"/>
          </ac:spMkLst>
        </pc:spChg>
        <pc:spChg chg="mod">
          <ac:chgData name="Jaouher ROMDHANE" userId="efdc7ed9-8590-4574-abc6-a3752e5e4065" providerId="ADAL" clId="{6E5770F3-71BC-4D44-AA57-55FAF34C5F51}" dt="2023-07-18T09:58:34.730" v="163" actId="20577"/>
          <ac:spMkLst>
            <pc:docMk/>
            <pc:sldMk cId="575874038" sldId="307"/>
            <ac:spMk id="16" creationId="{00000000-0000-0000-0000-000000000000}"/>
          </ac:spMkLst>
        </pc:spChg>
      </pc:sldChg>
      <pc:sldChg chg="del">
        <pc:chgData name="Jaouher ROMDHANE" userId="efdc7ed9-8590-4574-abc6-a3752e5e4065" providerId="ADAL" clId="{6E5770F3-71BC-4D44-AA57-55FAF34C5F51}" dt="2023-07-18T09:58:44.509" v="164" actId="2696"/>
        <pc:sldMkLst>
          <pc:docMk/>
          <pc:sldMk cId="71704621" sldId="308"/>
        </pc:sldMkLst>
      </pc:sldChg>
      <pc:sldChg chg="delSp modSp del mod">
        <pc:chgData name="Jaouher ROMDHANE" userId="efdc7ed9-8590-4574-abc6-a3752e5e4065" providerId="ADAL" clId="{6E5770F3-71BC-4D44-AA57-55FAF34C5F51}" dt="2023-07-18T10:01:34.895" v="192" actId="2696"/>
        <pc:sldMkLst>
          <pc:docMk/>
          <pc:sldMk cId="113894523" sldId="309"/>
        </pc:sldMkLst>
        <pc:spChg chg="mod">
          <ac:chgData name="Jaouher ROMDHANE" userId="efdc7ed9-8590-4574-abc6-a3752e5e4065" providerId="ADAL" clId="{6E5770F3-71BC-4D44-AA57-55FAF34C5F51}" dt="2023-07-18T09:58:56.316" v="166" actId="20577"/>
          <ac:spMkLst>
            <pc:docMk/>
            <pc:sldMk cId="113894523" sldId="309"/>
            <ac:spMk id="14" creationId="{00000000-0000-0000-0000-000000000000}"/>
          </ac:spMkLst>
        </pc:spChg>
        <pc:picChg chg="del">
          <ac:chgData name="Jaouher ROMDHANE" userId="efdc7ed9-8590-4574-abc6-a3752e5e4065" providerId="ADAL" clId="{6E5770F3-71BC-4D44-AA57-55FAF34C5F51}" dt="2023-07-18T09:59:41.084" v="167" actId="478"/>
          <ac:picMkLst>
            <pc:docMk/>
            <pc:sldMk cId="113894523" sldId="309"/>
            <ac:picMk id="4" creationId="{AD4005E9-EC91-C685-E1D0-788A4DCEE393}"/>
          </ac:picMkLst>
        </pc:picChg>
      </pc:sldChg>
      <pc:sldChg chg="addSp delSp modSp new mod ord">
        <pc:chgData name="Jaouher ROMDHANE" userId="efdc7ed9-8590-4574-abc6-a3752e5e4065" providerId="ADAL" clId="{6E5770F3-71BC-4D44-AA57-55FAF34C5F51}" dt="2023-07-18T09:57:22.932" v="150" actId="1582"/>
        <pc:sldMkLst>
          <pc:docMk/>
          <pc:sldMk cId="1685857145" sldId="310"/>
        </pc:sldMkLst>
        <pc:spChg chg="mod">
          <ac:chgData name="Jaouher ROMDHANE" userId="efdc7ed9-8590-4574-abc6-a3752e5e4065" providerId="ADAL" clId="{6E5770F3-71BC-4D44-AA57-55FAF34C5F51}" dt="2023-07-18T09:56:37.035" v="141" actId="1076"/>
          <ac:spMkLst>
            <pc:docMk/>
            <pc:sldMk cId="1685857145" sldId="310"/>
            <ac:spMk id="2" creationId="{20684620-6964-FC29-1E3C-D6C913149EDA}"/>
          </ac:spMkLst>
        </pc:spChg>
        <pc:spChg chg="del">
          <ac:chgData name="Jaouher ROMDHANE" userId="efdc7ed9-8590-4574-abc6-a3752e5e4065" providerId="ADAL" clId="{6E5770F3-71BC-4D44-AA57-55FAF34C5F51}" dt="2023-07-18T09:56:27.003" v="138" actId="478"/>
          <ac:spMkLst>
            <pc:docMk/>
            <pc:sldMk cId="1685857145" sldId="310"/>
            <ac:spMk id="3" creationId="{552AE5BF-8563-484B-A5B4-4E0602751A2F}"/>
          </ac:spMkLst>
        </pc:spChg>
        <pc:spChg chg="mod">
          <ac:chgData name="Jaouher ROMDHANE" userId="efdc7ed9-8590-4574-abc6-a3752e5e4065" providerId="ADAL" clId="{6E5770F3-71BC-4D44-AA57-55FAF34C5F51}" dt="2023-07-18T09:56:20.413" v="136"/>
          <ac:spMkLst>
            <pc:docMk/>
            <pc:sldMk cId="1685857145" sldId="310"/>
            <ac:spMk id="4" creationId="{2FD4B404-89B5-6910-3216-5572974998C4}"/>
          </ac:spMkLst>
        </pc:spChg>
        <pc:spChg chg="del">
          <ac:chgData name="Jaouher ROMDHANE" userId="efdc7ed9-8590-4574-abc6-a3752e5e4065" providerId="ADAL" clId="{6E5770F3-71BC-4D44-AA57-55FAF34C5F51}" dt="2023-07-18T09:56:25.603" v="137" actId="478"/>
          <ac:spMkLst>
            <pc:docMk/>
            <pc:sldMk cId="1685857145" sldId="310"/>
            <ac:spMk id="5" creationId="{DCED04E7-4F05-7616-0E2F-57999538329B}"/>
          </ac:spMkLst>
        </pc:spChg>
        <pc:picChg chg="add mod">
          <ac:chgData name="Jaouher ROMDHANE" userId="efdc7ed9-8590-4574-abc6-a3752e5e4065" providerId="ADAL" clId="{6E5770F3-71BC-4D44-AA57-55FAF34C5F51}" dt="2023-07-18T09:56:33.074" v="139"/>
          <ac:picMkLst>
            <pc:docMk/>
            <pc:sldMk cId="1685857145" sldId="310"/>
            <ac:picMk id="8" creationId="{FA7AF340-8D56-F8AF-663B-4567B9F0FF0F}"/>
          </ac:picMkLst>
        </pc:picChg>
        <pc:picChg chg="add mod modCrop">
          <ac:chgData name="Jaouher ROMDHANE" userId="efdc7ed9-8590-4574-abc6-a3752e5e4065" providerId="ADAL" clId="{6E5770F3-71BC-4D44-AA57-55FAF34C5F51}" dt="2023-07-18T09:57:22.932" v="150" actId="1582"/>
          <ac:picMkLst>
            <pc:docMk/>
            <pc:sldMk cId="1685857145" sldId="310"/>
            <ac:picMk id="9" creationId="{611D36B7-9A81-AED8-941A-0401C5D20586}"/>
          </ac:picMkLst>
        </pc:picChg>
      </pc:sldChg>
      <pc:sldChg chg="new del">
        <pc:chgData name="Jaouher ROMDHANE" userId="efdc7ed9-8590-4574-abc6-a3752e5e4065" providerId="ADAL" clId="{6E5770F3-71BC-4D44-AA57-55FAF34C5F51}" dt="2023-07-18T09:56:02.054" v="133" actId="2696"/>
        <pc:sldMkLst>
          <pc:docMk/>
          <pc:sldMk cId="2865549183" sldId="310"/>
        </pc:sldMkLst>
      </pc:sldChg>
      <pc:sldChg chg="addSp delSp modSp add mod ord">
        <pc:chgData name="Jaouher ROMDHANE" userId="efdc7ed9-8590-4574-abc6-a3752e5e4065" providerId="ADAL" clId="{6E5770F3-71BC-4D44-AA57-55FAF34C5F51}" dt="2023-07-18T10:01:29.670" v="191" actId="1076"/>
        <pc:sldMkLst>
          <pc:docMk/>
          <pc:sldMk cId="2780462665" sldId="311"/>
        </pc:sldMkLst>
        <pc:spChg chg="mod">
          <ac:chgData name="Jaouher ROMDHANE" userId="efdc7ed9-8590-4574-abc6-a3752e5e4065" providerId="ADAL" clId="{6E5770F3-71BC-4D44-AA57-55FAF34C5F51}" dt="2023-07-18T10:01:04.016" v="185"/>
          <ac:spMkLst>
            <pc:docMk/>
            <pc:sldMk cId="2780462665" sldId="311"/>
            <ac:spMk id="4" creationId="{2FD4B404-89B5-6910-3216-5572974998C4}"/>
          </ac:spMkLst>
        </pc:spChg>
        <pc:spChg chg="add mod">
          <ac:chgData name="Jaouher ROMDHANE" userId="efdc7ed9-8590-4574-abc6-a3752e5e4065" providerId="ADAL" clId="{6E5770F3-71BC-4D44-AA57-55FAF34C5F51}" dt="2023-07-18T10:01:19.608" v="188" actId="14100"/>
          <ac:spMkLst>
            <pc:docMk/>
            <pc:sldMk cId="2780462665" sldId="311"/>
            <ac:spMk id="5" creationId="{4BAFE6F9-6040-737A-57D5-5225A72FC591}"/>
          </ac:spMkLst>
        </pc:spChg>
        <pc:picChg chg="del">
          <ac:chgData name="Jaouher ROMDHANE" userId="efdc7ed9-8590-4574-abc6-a3752e5e4065" providerId="ADAL" clId="{6E5770F3-71BC-4D44-AA57-55FAF34C5F51}" dt="2023-07-18T09:59:53.308" v="171" actId="478"/>
          <ac:picMkLst>
            <pc:docMk/>
            <pc:sldMk cId="2780462665" sldId="311"/>
            <ac:picMk id="8" creationId="{FA7AF340-8D56-F8AF-663B-4567B9F0FF0F}"/>
          </ac:picMkLst>
        </pc:picChg>
        <pc:picChg chg="del">
          <ac:chgData name="Jaouher ROMDHANE" userId="efdc7ed9-8590-4574-abc6-a3752e5e4065" providerId="ADAL" clId="{6E5770F3-71BC-4D44-AA57-55FAF34C5F51}" dt="2023-07-18T09:59:53.932" v="172" actId="478"/>
          <ac:picMkLst>
            <pc:docMk/>
            <pc:sldMk cId="2780462665" sldId="311"/>
            <ac:picMk id="9" creationId="{611D36B7-9A81-AED8-941A-0401C5D20586}"/>
          </ac:picMkLst>
        </pc:picChg>
        <pc:picChg chg="add mod">
          <ac:chgData name="Jaouher ROMDHANE" userId="efdc7ed9-8590-4574-abc6-a3752e5e4065" providerId="ADAL" clId="{6E5770F3-71BC-4D44-AA57-55FAF34C5F51}" dt="2023-07-18T10:01:29.670" v="191" actId="1076"/>
          <ac:picMkLst>
            <pc:docMk/>
            <pc:sldMk cId="2780462665" sldId="311"/>
            <ac:picMk id="10" creationId="{ECFB320B-61FD-D9C5-5854-18F1BCC85AD6}"/>
          </ac:picMkLst>
        </pc:picChg>
      </pc:sldChg>
      <pc:sldChg chg="add del">
        <pc:chgData name="Jaouher ROMDHANE" userId="efdc7ed9-8590-4574-abc6-a3752e5e4065" providerId="ADAL" clId="{6E5770F3-71BC-4D44-AA57-55FAF34C5F51}" dt="2023-07-18T11:01:32.722" v="309" actId="2696"/>
        <pc:sldMkLst>
          <pc:docMk/>
          <pc:sldMk cId="3726986204" sldId="312"/>
        </pc:sldMkLst>
      </pc:sldChg>
      <pc:sldChg chg="addSp delSp modSp add mod">
        <pc:chgData name="Jaouher ROMDHANE" userId="efdc7ed9-8590-4574-abc6-a3752e5e4065" providerId="ADAL" clId="{6E5770F3-71BC-4D44-AA57-55FAF34C5F51}" dt="2023-07-18T10:05:21.831" v="281" actId="20577"/>
        <pc:sldMkLst>
          <pc:docMk/>
          <pc:sldMk cId="1265469303" sldId="313"/>
        </pc:sldMkLst>
        <pc:spChg chg="mod">
          <ac:chgData name="Jaouher ROMDHANE" userId="efdc7ed9-8590-4574-abc6-a3752e5e4065" providerId="ADAL" clId="{6E5770F3-71BC-4D44-AA57-55FAF34C5F51}" dt="2023-07-18T10:03:40.285" v="244" actId="1076"/>
          <ac:spMkLst>
            <pc:docMk/>
            <pc:sldMk cId="1265469303" sldId="313"/>
            <ac:spMk id="2" creationId="{20684620-6964-FC29-1E3C-D6C913149EDA}"/>
          </ac:spMkLst>
        </pc:spChg>
        <pc:spChg chg="add del mod">
          <ac:chgData name="Jaouher ROMDHANE" userId="efdc7ed9-8590-4574-abc6-a3752e5e4065" providerId="ADAL" clId="{6E5770F3-71BC-4D44-AA57-55FAF34C5F51}" dt="2023-07-18T10:03:13.829" v="237" actId="478"/>
          <ac:spMkLst>
            <pc:docMk/>
            <pc:sldMk cId="1265469303" sldId="313"/>
            <ac:spMk id="3" creationId="{01D83F3D-4A0B-2E53-DEEA-B0B9F9CB251A}"/>
          </ac:spMkLst>
        </pc:spChg>
        <pc:spChg chg="del mod">
          <ac:chgData name="Jaouher ROMDHANE" userId="efdc7ed9-8590-4574-abc6-a3752e5e4065" providerId="ADAL" clId="{6E5770F3-71BC-4D44-AA57-55FAF34C5F51}" dt="2023-07-18T10:03:17.782" v="239" actId="478"/>
          <ac:spMkLst>
            <pc:docMk/>
            <pc:sldMk cId="1265469303" sldId="313"/>
            <ac:spMk id="4" creationId="{2FD4B404-89B5-6910-3216-5572974998C4}"/>
          </ac:spMkLst>
        </pc:spChg>
        <pc:spChg chg="add del mod">
          <ac:chgData name="Jaouher ROMDHANE" userId="efdc7ed9-8590-4574-abc6-a3752e5e4065" providerId="ADAL" clId="{6E5770F3-71BC-4D44-AA57-55FAF34C5F51}" dt="2023-07-18T10:05:21.831" v="281" actId="20577"/>
          <ac:spMkLst>
            <pc:docMk/>
            <pc:sldMk cId="1265469303" sldId="313"/>
            <ac:spMk id="5" creationId="{FB26D0D4-5D34-4E82-2A61-F2D5DE1CE84B}"/>
          </ac:spMkLst>
        </pc:spChg>
        <pc:spChg chg="add del mod">
          <ac:chgData name="Jaouher ROMDHANE" userId="efdc7ed9-8590-4574-abc6-a3752e5e4065" providerId="ADAL" clId="{6E5770F3-71BC-4D44-AA57-55FAF34C5F51}" dt="2023-07-18T10:03:02.942" v="235" actId="478"/>
          <ac:spMkLst>
            <pc:docMk/>
            <pc:sldMk cId="1265469303" sldId="313"/>
            <ac:spMk id="10" creationId="{D3624526-D129-2609-7AD3-5F968948FAEF}"/>
          </ac:spMkLst>
        </pc:spChg>
        <pc:spChg chg="add del mod">
          <ac:chgData name="Jaouher ROMDHANE" userId="efdc7ed9-8590-4574-abc6-a3752e5e4065" providerId="ADAL" clId="{6E5770F3-71BC-4D44-AA57-55FAF34C5F51}" dt="2023-07-18T10:03:02.942" v="235" actId="478"/>
          <ac:spMkLst>
            <pc:docMk/>
            <pc:sldMk cId="1265469303" sldId="313"/>
            <ac:spMk id="11" creationId="{E6355763-0C66-0A5D-9E7F-82B3E1A05628}"/>
          </ac:spMkLst>
        </pc:spChg>
        <pc:spChg chg="add del mod">
          <ac:chgData name="Jaouher ROMDHANE" userId="efdc7ed9-8590-4574-abc6-a3752e5e4065" providerId="ADAL" clId="{6E5770F3-71BC-4D44-AA57-55FAF34C5F51}" dt="2023-07-18T10:04:18.264" v="254" actId="14100"/>
          <ac:spMkLst>
            <pc:docMk/>
            <pc:sldMk cId="1265469303" sldId="313"/>
            <ac:spMk id="12" creationId="{00E99BE1-C46B-2E85-E7AF-F1EB3D150414}"/>
          </ac:spMkLst>
        </pc:spChg>
        <pc:spChg chg="add del mod">
          <ac:chgData name="Jaouher ROMDHANE" userId="efdc7ed9-8590-4574-abc6-a3752e5e4065" providerId="ADAL" clId="{6E5770F3-71BC-4D44-AA57-55FAF34C5F51}" dt="2023-07-18T10:03:02.942" v="235" actId="478"/>
          <ac:spMkLst>
            <pc:docMk/>
            <pc:sldMk cId="1265469303" sldId="313"/>
            <ac:spMk id="15" creationId="{794ED5A6-437C-8A17-7C37-5955E6828F1B}"/>
          </ac:spMkLst>
        </pc:spChg>
        <pc:spChg chg="add del mod">
          <ac:chgData name="Jaouher ROMDHANE" userId="efdc7ed9-8590-4574-abc6-a3752e5e4065" providerId="ADAL" clId="{6E5770F3-71BC-4D44-AA57-55FAF34C5F51}" dt="2023-07-18T10:03:02.942" v="235" actId="478"/>
          <ac:spMkLst>
            <pc:docMk/>
            <pc:sldMk cId="1265469303" sldId="313"/>
            <ac:spMk id="17" creationId="{25F238B0-1C9B-0BA2-23CB-4DFA87065A44}"/>
          </ac:spMkLst>
        </pc:spChg>
        <pc:spChg chg="add del mod">
          <ac:chgData name="Jaouher ROMDHANE" userId="efdc7ed9-8590-4574-abc6-a3752e5e4065" providerId="ADAL" clId="{6E5770F3-71BC-4D44-AA57-55FAF34C5F51}" dt="2023-07-18T10:03:33.589" v="243" actId="478"/>
          <ac:spMkLst>
            <pc:docMk/>
            <pc:sldMk cId="1265469303" sldId="313"/>
            <ac:spMk id="19" creationId="{079C3111-F2A1-660E-BAAB-8902B0B2CA7A}"/>
          </ac:spMkLst>
        </pc:spChg>
        <pc:picChg chg="del">
          <ac:chgData name="Jaouher ROMDHANE" userId="efdc7ed9-8590-4574-abc6-a3752e5e4065" providerId="ADAL" clId="{6E5770F3-71BC-4D44-AA57-55FAF34C5F51}" dt="2023-07-18T10:02:28.877" v="231" actId="478"/>
          <ac:picMkLst>
            <pc:docMk/>
            <pc:sldMk cId="1265469303" sldId="313"/>
            <ac:picMk id="8" creationId="{FA7AF340-8D56-F8AF-663B-4567B9F0FF0F}"/>
          </ac:picMkLst>
        </pc:picChg>
        <pc:picChg chg="del">
          <ac:chgData name="Jaouher ROMDHANE" userId="efdc7ed9-8590-4574-abc6-a3752e5e4065" providerId="ADAL" clId="{6E5770F3-71BC-4D44-AA57-55FAF34C5F51}" dt="2023-07-18T10:02:29.516" v="232" actId="478"/>
          <ac:picMkLst>
            <pc:docMk/>
            <pc:sldMk cId="1265469303" sldId="313"/>
            <ac:picMk id="9" creationId="{611D36B7-9A81-AED8-941A-0401C5D20586}"/>
          </ac:picMkLst>
        </pc:picChg>
        <pc:picChg chg="add del mod">
          <ac:chgData name="Jaouher ROMDHANE" userId="efdc7ed9-8590-4574-abc6-a3752e5e4065" providerId="ADAL" clId="{6E5770F3-71BC-4D44-AA57-55FAF34C5F51}" dt="2023-07-18T10:03:02.942" v="235" actId="478"/>
          <ac:picMkLst>
            <pc:docMk/>
            <pc:sldMk cId="1265469303" sldId="313"/>
            <ac:picMk id="13" creationId="{C1715883-7586-EE88-811D-78586A3EFACB}"/>
          </ac:picMkLst>
        </pc:picChg>
        <pc:picChg chg="add del mod">
          <ac:chgData name="Jaouher ROMDHANE" userId="efdc7ed9-8590-4574-abc6-a3752e5e4065" providerId="ADAL" clId="{6E5770F3-71BC-4D44-AA57-55FAF34C5F51}" dt="2023-07-18T10:03:02.942" v="235" actId="478"/>
          <ac:picMkLst>
            <pc:docMk/>
            <pc:sldMk cId="1265469303" sldId="313"/>
            <ac:picMk id="14" creationId="{3FBB8FCB-8909-5059-2797-EFFEF1D7E6D6}"/>
          </ac:picMkLst>
        </pc:picChg>
      </pc:sldChg>
      <pc:sldChg chg="addSp delSp modSp add mod">
        <pc:chgData name="Jaouher ROMDHANE" userId="efdc7ed9-8590-4574-abc6-a3752e5e4065" providerId="ADAL" clId="{6E5770F3-71BC-4D44-AA57-55FAF34C5F51}" dt="2023-07-18T10:07:30.866" v="308" actId="15"/>
        <pc:sldMkLst>
          <pc:docMk/>
          <pc:sldMk cId="3847942503" sldId="314"/>
        </pc:sldMkLst>
        <pc:spChg chg="add del mod">
          <ac:chgData name="Jaouher ROMDHANE" userId="efdc7ed9-8590-4574-abc6-a3752e5e4065" providerId="ADAL" clId="{6E5770F3-71BC-4D44-AA57-55FAF34C5F51}" dt="2023-07-18T10:06:32.771" v="293" actId="478"/>
          <ac:spMkLst>
            <pc:docMk/>
            <pc:sldMk cId="3847942503" sldId="314"/>
            <ac:spMk id="3" creationId="{7C9194E0-415C-8A0F-81F8-C97C6A902233}"/>
          </ac:spMkLst>
        </pc:spChg>
        <pc:spChg chg="add mod">
          <ac:chgData name="Jaouher ROMDHANE" userId="efdc7ed9-8590-4574-abc6-a3752e5e4065" providerId="ADAL" clId="{6E5770F3-71BC-4D44-AA57-55FAF34C5F51}" dt="2023-07-18T10:06:38.688" v="294"/>
          <ac:spMkLst>
            <pc:docMk/>
            <pc:sldMk cId="3847942503" sldId="314"/>
            <ac:spMk id="9" creationId="{CC20C551-3087-AB56-C3A1-04E5496F9531}"/>
          </ac:spMkLst>
        </pc:spChg>
        <pc:spChg chg="mod">
          <ac:chgData name="Jaouher ROMDHANE" userId="efdc7ed9-8590-4574-abc6-a3752e5e4065" providerId="ADAL" clId="{6E5770F3-71BC-4D44-AA57-55FAF34C5F51}" dt="2023-07-18T10:07:30.866" v="308" actId="15"/>
          <ac:spMkLst>
            <pc:docMk/>
            <pc:sldMk cId="3847942503" sldId="314"/>
            <ac:spMk id="12" creationId="{00E99BE1-C46B-2E85-E7AF-F1EB3D150414}"/>
          </ac:spMkLst>
        </pc:spChg>
        <pc:spChg chg="del">
          <ac:chgData name="Jaouher ROMDHANE" userId="efdc7ed9-8590-4574-abc6-a3752e5e4065" providerId="ADAL" clId="{6E5770F3-71BC-4D44-AA57-55FAF34C5F51}" dt="2023-07-18T10:06:16.829" v="288" actId="478"/>
          <ac:spMkLst>
            <pc:docMk/>
            <pc:sldMk cId="3847942503" sldId="314"/>
            <ac:spMk id="15" creationId="{794ED5A6-437C-8A17-7C37-5955E6828F1B}"/>
          </ac:spMkLst>
        </pc:spChg>
        <pc:picChg chg="add del mod">
          <ac:chgData name="Jaouher ROMDHANE" userId="efdc7ed9-8590-4574-abc6-a3752e5e4065" providerId="ADAL" clId="{6E5770F3-71BC-4D44-AA57-55FAF34C5F51}" dt="2023-07-18T10:06:45.707" v="295" actId="14100"/>
          <ac:picMkLst>
            <pc:docMk/>
            <pc:sldMk cId="3847942503" sldId="314"/>
            <ac:picMk id="4" creationId="{41797BD4-3C0E-3AFC-08B4-4C8CEEFC7237}"/>
          </ac:picMkLst>
        </pc:picChg>
        <pc:picChg chg="add del mod">
          <ac:chgData name="Jaouher ROMDHANE" userId="efdc7ed9-8590-4574-abc6-a3752e5e4065" providerId="ADAL" clId="{6E5770F3-71BC-4D44-AA57-55FAF34C5F51}" dt="2023-07-18T10:06:49.524" v="296" actId="14100"/>
          <ac:picMkLst>
            <pc:docMk/>
            <pc:sldMk cId="3847942503" sldId="314"/>
            <ac:picMk id="8" creationId="{E7E7958C-45B5-472B-B144-FEFAAFA0832D}"/>
          </ac:picMkLst>
        </pc:picChg>
        <pc:picChg chg="del">
          <ac:chgData name="Jaouher ROMDHANE" userId="efdc7ed9-8590-4574-abc6-a3752e5e4065" providerId="ADAL" clId="{6E5770F3-71BC-4D44-AA57-55FAF34C5F51}" dt="2023-07-18T10:06:11.640" v="286" actId="478"/>
          <ac:picMkLst>
            <pc:docMk/>
            <pc:sldMk cId="3847942503" sldId="314"/>
            <ac:picMk id="13" creationId="{C1715883-7586-EE88-811D-78586A3EFACB}"/>
          </ac:picMkLst>
        </pc:picChg>
        <pc:picChg chg="del">
          <ac:chgData name="Jaouher ROMDHANE" userId="efdc7ed9-8590-4574-abc6-a3752e5e4065" providerId="ADAL" clId="{6E5770F3-71BC-4D44-AA57-55FAF34C5F51}" dt="2023-07-18T10:06:12.378" v="287" actId="478"/>
          <ac:picMkLst>
            <pc:docMk/>
            <pc:sldMk cId="3847942503" sldId="314"/>
            <ac:picMk id="14" creationId="{3FBB8FCB-8909-5059-2797-EFFEF1D7E6D6}"/>
          </ac:picMkLst>
        </pc:picChg>
      </pc:sldChg>
      <pc:sldChg chg="addSp delSp modSp add mod">
        <pc:chgData name="Jaouher ROMDHANE" userId="efdc7ed9-8590-4574-abc6-a3752e5e4065" providerId="ADAL" clId="{6E5770F3-71BC-4D44-AA57-55FAF34C5F51}" dt="2023-07-18T11:11:19.601" v="347" actId="1076"/>
        <pc:sldMkLst>
          <pc:docMk/>
          <pc:sldMk cId="2509888984" sldId="315"/>
        </pc:sldMkLst>
        <pc:spChg chg="add mod">
          <ac:chgData name="Jaouher ROMDHANE" userId="efdc7ed9-8590-4574-abc6-a3752e5e4065" providerId="ADAL" clId="{6E5770F3-71BC-4D44-AA57-55FAF34C5F51}" dt="2023-07-18T11:11:19.601" v="347" actId="1076"/>
          <ac:spMkLst>
            <pc:docMk/>
            <pc:sldMk cId="2509888984" sldId="315"/>
            <ac:spMk id="3" creationId="{5A835682-4B7F-7AEC-4541-5933E70B38E3}"/>
          </ac:spMkLst>
        </pc:spChg>
        <pc:spChg chg="mod">
          <ac:chgData name="Jaouher ROMDHANE" userId="efdc7ed9-8590-4574-abc6-a3752e5e4065" providerId="ADAL" clId="{6E5770F3-71BC-4D44-AA57-55FAF34C5F51}" dt="2023-07-18T11:10:18.177" v="342" actId="108"/>
          <ac:spMkLst>
            <pc:docMk/>
            <pc:sldMk cId="2509888984" sldId="315"/>
            <ac:spMk id="4" creationId="{2FD4B404-89B5-6910-3216-5572974998C4}"/>
          </ac:spMkLst>
        </pc:spChg>
        <pc:spChg chg="del mod">
          <ac:chgData name="Jaouher ROMDHANE" userId="efdc7ed9-8590-4574-abc6-a3752e5e4065" providerId="ADAL" clId="{6E5770F3-71BC-4D44-AA57-55FAF34C5F51}" dt="2023-07-18T11:10:22.088" v="344" actId="478"/>
          <ac:spMkLst>
            <pc:docMk/>
            <pc:sldMk cId="2509888984" sldId="315"/>
            <ac:spMk id="5" creationId="{4BAFE6F9-6040-737A-57D5-5225A72FC591}"/>
          </ac:spMkLst>
        </pc:spChg>
        <pc:picChg chg="del">
          <ac:chgData name="Jaouher ROMDHANE" userId="efdc7ed9-8590-4574-abc6-a3752e5e4065" providerId="ADAL" clId="{6E5770F3-71BC-4D44-AA57-55FAF34C5F51}" dt="2023-07-18T11:10:22.786" v="345" actId="478"/>
          <ac:picMkLst>
            <pc:docMk/>
            <pc:sldMk cId="2509888984" sldId="315"/>
            <ac:picMk id="10" creationId="{ECFB320B-61FD-D9C5-5854-18F1BCC85AD6}"/>
          </ac:picMkLst>
        </pc:picChg>
      </pc:sldChg>
    </pc:docChg>
  </pc:docChgLst>
  <pc:docChgLst>
    <pc:chgData name="Jaouher ROMDHANE" userId="efdc7ed9-8590-4574-abc6-a3752e5e4065" providerId="ADAL" clId="{C1EC1D90-AFA6-4A41-BE03-9115CDB38A29}"/>
    <pc:docChg chg="undo custSel addSld delSld modSld sldOrd">
      <pc:chgData name="Jaouher ROMDHANE" userId="efdc7ed9-8590-4574-abc6-a3752e5e4065" providerId="ADAL" clId="{C1EC1D90-AFA6-4A41-BE03-9115CDB38A29}" dt="2023-08-08T08:32:16.981" v="181"/>
      <pc:docMkLst>
        <pc:docMk/>
      </pc:docMkLst>
      <pc:sldChg chg="del">
        <pc:chgData name="Jaouher ROMDHANE" userId="efdc7ed9-8590-4574-abc6-a3752e5e4065" providerId="ADAL" clId="{C1EC1D90-AFA6-4A41-BE03-9115CDB38A29}" dt="2023-08-08T08:30:22.798" v="171" actId="2696"/>
        <pc:sldMkLst>
          <pc:docMk/>
          <pc:sldMk cId="575874038" sldId="307"/>
        </pc:sldMkLst>
      </pc:sldChg>
      <pc:sldChg chg="addSp delSp modSp mod">
        <pc:chgData name="Jaouher ROMDHANE" userId="efdc7ed9-8590-4574-abc6-a3752e5e4065" providerId="ADAL" clId="{C1EC1D90-AFA6-4A41-BE03-9115CDB38A29}" dt="2023-08-08T08:24:06.776" v="115" actId="1076"/>
        <pc:sldMkLst>
          <pc:docMk/>
          <pc:sldMk cId="1685857145" sldId="310"/>
        </pc:sldMkLst>
        <pc:spChg chg="mod">
          <ac:chgData name="Jaouher ROMDHANE" userId="efdc7ed9-8590-4574-abc6-a3752e5e4065" providerId="ADAL" clId="{C1EC1D90-AFA6-4A41-BE03-9115CDB38A29}" dt="2023-08-08T08:16:48.341" v="1" actId="20577"/>
          <ac:spMkLst>
            <pc:docMk/>
            <pc:sldMk cId="1685857145" sldId="310"/>
            <ac:spMk id="2" creationId="{20684620-6964-FC29-1E3C-D6C913149EDA}"/>
          </ac:spMkLst>
        </pc:spChg>
        <pc:spChg chg="mod">
          <ac:chgData name="Jaouher ROMDHANE" userId="efdc7ed9-8590-4574-abc6-a3752e5e4065" providerId="ADAL" clId="{C1EC1D90-AFA6-4A41-BE03-9115CDB38A29}" dt="2023-08-08T08:18:14.447" v="44" actId="20577"/>
          <ac:spMkLst>
            <pc:docMk/>
            <pc:sldMk cId="1685857145" sldId="310"/>
            <ac:spMk id="4" creationId="{2FD4B404-89B5-6910-3216-5572974998C4}"/>
          </ac:spMkLst>
        </pc:spChg>
        <pc:spChg chg="add del mod">
          <ac:chgData name="Jaouher ROMDHANE" userId="efdc7ed9-8590-4574-abc6-a3752e5e4065" providerId="ADAL" clId="{C1EC1D90-AFA6-4A41-BE03-9115CDB38A29}" dt="2023-08-08T08:19:57.706" v="55" actId="22"/>
          <ac:spMkLst>
            <pc:docMk/>
            <pc:sldMk cId="1685857145" sldId="310"/>
            <ac:spMk id="11" creationId="{4B1144D9-4A0B-874B-2B3C-686F099C27CA}"/>
          </ac:spMkLst>
        </pc:spChg>
        <pc:spChg chg="add mod">
          <ac:chgData name="Jaouher ROMDHANE" userId="efdc7ed9-8590-4574-abc6-a3752e5e4065" providerId="ADAL" clId="{C1EC1D90-AFA6-4A41-BE03-9115CDB38A29}" dt="2023-08-08T08:22:09.260" v="103" actId="15"/>
          <ac:spMkLst>
            <pc:docMk/>
            <pc:sldMk cId="1685857145" sldId="310"/>
            <ac:spMk id="12" creationId="{A205FAF3-F422-66D3-5D2E-9143C78E2216}"/>
          </ac:spMkLst>
        </pc:spChg>
        <pc:picChg chg="add mod">
          <ac:chgData name="Jaouher ROMDHANE" userId="efdc7ed9-8590-4574-abc6-a3752e5e4065" providerId="ADAL" clId="{C1EC1D90-AFA6-4A41-BE03-9115CDB38A29}" dt="2023-08-08T08:24:06.776" v="115" actId="1076"/>
          <ac:picMkLst>
            <pc:docMk/>
            <pc:sldMk cId="1685857145" sldId="310"/>
            <ac:picMk id="5" creationId="{37705025-705B-4F76-720A-52C4BECA9491}"/>
          </ac:picMkLst>
        </pc:picChg>
        <pc:picChg chg="del">
          <ac:chgData name="Jaouher ROMDHANE" userId="efdc7ed9-8590-4574-abc6-a3752e5e4065" providerId="ADAL" clId="{C1EC1D90-AFA6-4A41-BE03-9115CDB38A29}" dt="2023-08-08T08:19:08.871" v="46" actId="478"/>
          <ac:picMkLst>
            <pc:docMk/>
            <pc:sldMk cId="1685857145" sldId="310"/>
            <ac:picMk id="8" creationId="{FA7AF340-8D56-F8AF-663B-4567B9F0FF0F}"/>
          </ac:picMkLst>
        </pc:picChg>
        <pc:picChg chg="del">
          <ac:chgData name="Jaouher ROMDHANE" userId="efdc7ed9-8590-4574-abc6-a3752e5e4065" providerId="ADAL" clId="{C1EC1D90-AFA6-4A41-BE03-9115CDB38A29}" dt="2023-08-08T08:19:08.080" v="45" actId="478"/>
          <ac:picMkLst>
            <pc:docMk/>
            <pc:sldMk cId="1685857145" sldId="310"/>
            <ac:picMk id="9" creationId="{611D36B7-9A81-AED8-941A-0401C5D20586}"/>
          </ac:picMkLst>
        </pc:picChg>
        <pc:picChg chg="add del mod">
          <ac:chgData name="Jaouher ROMDHANE" userId="efdc7ed9-8590-4574-abc6-a3752e5e4065" providerId="ADAL" clId="{C1EC1D90-AFA6-4A41-BE03-9115CDB38A29}" dt="2023-08-08T08:23:59.442" v="114" actId="478"/>
          <ac:picMkLst>
            <pc:docMk/>
            <pc:sldMk cId="1685857145" sldId="310"/>
            <ac:picMk id="14" creationId="{7A77A030-510F-7E88-1826-49A36EF4D38E}"/>
          </ac:picMkLst>
        </pc:picChg>
      </pc:sldChg>
      <pc:sldChg chg="del">
        <pc:chgData name="Jaouher ROMDHANE" userId="efdc7ed9-8590-4574-abc6-a3752e5e4065" providerId="ADAL" clId="{C1EC1D90-AFA6-4A41-BE03-9115CDB38A29}" dt="2023-08-08T08:30:26.031" v="172" actId="2696"/>
        <pc:sldMkLst>
          <pc:docMk/>
          <pc:sldMk cId="2780462665" sldId="311"/>
        </pc:sldMkLst>
      </pc:sldChg>
      <pc:sldChg chg="del">
        <pc:chgData name="Jaouher ROMDHANE" userId="efdc7ed9-8590-4574-abc6-a3752e5e4065" providerId="ADAL" clId="{C1EC1D90-AFA6-4A41-BE03-9115CDB38A29}" dt="2023-08-08T08:30:03.368" v="168" actId="2696"/>
        <pc:sldMkLst>
          <pc:docMk/>
          <pc:sldMk cId="1265469303" sldId="313"/>
        </pc:sldMkLst>
      </pc:sldChg>
      <pc:sldChg chg="modSp mod">
        <pc:chgData name="Jaouher ROMDHANE" userId="efdc7ed9-8590-4574-abc6-a3752e5e4065" providerId="ADAL" clId="{C1EC1D90-AFA6-4A41-BE03-9115CDB38A29}" dt="2023-08-08T08:32:16.981" v="181"/>
        <pc:sldMkLst>
          <pc:docMk/>
          <pc:sldMk cId="3847942503" sldId="314"/>
        </pc:sldMkLst>
        <pc:spChg chg="mod">
          <ac:chgData name="Jaouher ROMDHANE" userId="efdc7ed9-8590-4574-abc6-a3752e5e4065" providerId="ADAL" clId="{C1EC1D90-AFA6-4A41-BE03-9115CDB38A29}" dt="2023-08-08T08:30:15.222" v="170" actId="20577"/>
          <ac:spMkLst>
            <pc:docMk/>
            <pc:sldMk cId="3847942503" sldId="314"/>
            <ac:spMk id="2" creationId="{20684620-6964-FC29-1E3C-D6C913149EDA}"/>
          </ac:spMkLst>
        </pc:spChg>
        <pc:spChg chg="mod">
          <ac:chgData name="Jaouher ROMDHANE" userId="efdc7ed9-8590-4574-abc6-a3752e5e4065" providerId="ADAL" clId="{C1EC1D90-AFA6-4A41-BE03-9115CDB38A29}" dt="2023-08-08T08:32:16.981" v="181"/>
          <ac:spMkLst>
            <pc:docMk/>
            <pc:sldMk cId="3847942503" sldId="314"/>
            <ac:spMk id="5" creationId="{FB26D0D4-5D34-4E82-2A61-F2D5DE1CE84B}"/>
          </ac:spMkLst>
        </pc:spChg>
      </pc:sldChg>
      <pc:sldChg chg="modSp mod ord">
        <pc:chgData name="Jaouher ROMDHANE" userId="efdc7ed9-8590-4574-abc6-a3752e5e4065" providerId="ADAL" clId="{C1EC1D90-AFA6-4A41-BE03-9115CDB38A29}" dt="2023-08-08T08:31:19.074" v="180" actId="20577"/>
        <pc:sldMkLst>
          <pc:docMk/>
          <pc:sldMk cId="2509888984" sldId="315"/>
        </pc:sldMkLst>
        <pc:spChg chg="mod">
          <ac:chgData name="Jaouher ROMDHANE" userId="efdc7ed9-8590-4574-abc6-a3752e5e4065" providerId="ADAL" clId="{C1EC1D90-AFA6-4A41-BE03-9115CDB38A29}" dt="2023-08-08T08:31:15.337" v="179" actId="20577"/>
          <ac:spMkLst>
            <pc:docMk/>
            <pc:sldMk cId="2509888984" sldId="315"/>
            <ac:spMk id="2" creationId="{20684620-6964-FC29-1E3C-D6C913149EDA}"/>
          </ac:spMkLst>
        </pc:spChg>
        <pc:spChg chg="mod">
          <ac:chgData name="Jaouher ROMDHANE" userId="efdc7ed9-8590-4574-abc6-a3752e5e4065" providerId="ADAL" clId="{C1EC1D90-AFA6-4A41-BE03-9115CDB38A29}" dt="2023-08-08T08:31:19.074" v="180" actId="20577"/>
          <ac:spMkLst>
            <pc:docMk/>
            <pc:sldMk cId="2509888984" sldId="315"/>
            <ac:spMk id="3" creationId="{5A835682-4B7F-7AEC-4541-5933E70B38E3}"/>
          </ac:spMkLst>
        </pc:spChg>
        <pc:spChg chg="mod">
          <ac:chgData name="Jaouher ROMDHANE" userId="efdc7ed9-8590-4574-abc6-a3752e5e4065" providerId="ADAL" clId="{C1EC1D90-AFA6-4A41-BE03-9115CDB38A29}" dt="2023-08-08T08:31:12.567" v="177"/>
          <ac:spMkLst>
            <pc:docMk/>
            <pc:sldMk cId="2509888984" sldId="315"/>
            <ac:spMk id="4" creationId="{2FD4B404-89B5-6910-3216-5572974998C4}"/>
          </ac:spMkLst>
        </pc:spChg>
      </pc:sldChg>
      <pc:sldChg chg="addSp delSp modSp add mod ord">
        <pc:chgData name="Jaouher ROMDHANE" userId="efdc7ed9-8590-4574-abc6-a3752e5e4065" providerId="ADAL" clId="{C1EC1D90-AFA6-4A41-BE03-9115CDB38A29}" dt="2023-08-08T08:29:26.685" v="167" actId="1076"/>
        <pc:sldMkLst>
          <pc:docMk/>
          <pc:sldMk cId="2275858890" sldId="316"/>
        </pc:sldMkLst>
        <pc:spChg chg="mod">
          <ac:chgData name="Jaouher ROMDHANE" userId="efdc7ed9-8590-4574-abc6-a3752e5e4065" providerId="ADAL" clId="{C1EC1D90-AFA6-4A41-BE03-9115CDB38A29}" dt="2023-08-08T08:27:15.022" v="151"/>
          <ac:spMkLst>
            <pc:docMk/>
            <pc:sldMk cId="2275858890" sldId="316"/>
            <ac:spMk id="4" creationId="{2FD4B404-89B5-6910-3216-5572974998C4}"/>
          </ac:spMkLst>
        </pc:spChg>
        <pc:spChg chg="add">
          <ac:chgData name="Jaouher ROMDHANE" userId="efdc7ed9-8590-4574-abc6-a3752e5e4065" providerId="ADAL" clId="{C1EC1D90-AFA6-4A41-BE03-9115CDB38A29}" dt="2023-08-08T08:28:24.698" v="154"/>
          <ac:spMkLst>
            <pc:docMk/>
            <pc:sldMk cId="2275858890" sldId="316"/>
            <ac:spMk id="9" creationId="{ADF8904F-0AD4-212C-4852-1509AB79F627}"/>
          </ac:spMkLst>
        </pc:spChg>
        <pc:spChg chg="add mod">
          <ac:chgData name="Jaouher ROMDHANE" userId="efdc7ed9-8590-4574-abc6-a3752e5e4065" providerId="ADAL" clId="{C1EC1D90-AFA6-4A41-BE03-9115CDB38A29}" dt="2023-08-08T08:28:44.849" v="161" actId="1076"/>
          <ac:spMkLst>
            <pc:docMk/>
            <pc:sldMk cId="2275858890" sldId="316"/>
            <ac:spMk id="10" creationId="{12D0A264-EF5A-4291-A6ED-2A7296EF5B02}"/>
          </ac:spMkLst>
        </pc:spChg>
        <pc:spChg chg="add">
          <ac:chgData name="Jaouher ROMDHANE" userId="efdc7ed9-8590-4574-abc6-a3752e5e4065" providerId="ADAL" clId="{C1EC1D90-AFA6-4A41-BE03-9115CDB38A29}" dt="2023-08-08T08:29:14.594" v="162"/>
          <ac:spMkLst>
            <pc:docMk/>
            <pc:sldMk cId="2275858890" sldId="316"/>
            <ac:spMk id="11" creationId="{12B18A5F-2DC7-5FC9-1950-99161BC01AF2}"/>
          </ac:spMkLst>
        </pc:spChg>
        <pc:spChg chg="del mod">
          <ac:chgData name="Jaouher ROMDHANE" userId="efdc7ed9-8590-4574-abc6-a3752e5e4065" providerId="ADAL" clId="{C1EC1D90-AFA6-4A41-BE03-9115CDB38A29}" dt="2023-08-08T08:23:55.826" v="113" actId="478"/>
          <ac:spMkLst>
            <pc:docMk/>
            <pc:sldMk cId="2275858890" sldId="316"/>
            <ac:spMk id="12" creationId="{A205FAF3-F422-66D3-5D2E-9143C78E2216}"/>
          </ac:spMkLst>
        </pc:spChg>
        <pc:spChg chg="add mod">
          <ac:chgData name="Jaouher ROMDHANE" userId="efdc7ed9-8590-4574-abc6-a3752e5e4065" providerId="ADAL" clId="{C1EC1D90-AFA6-4A41-BE03-9115CDB38A29}" dt="2023-08-08T08:29:26.685" v="167" actId="1076"/>
          <ac:spMkLst>
            <pc:docMk/>
            <pc:sldMk cId="2275858890" sldId="316"/>
            <ac:spMk id="13" creationId="{2109EA31-CA9E-E4AC-EFD1-DA124F213227}"/>
          </ac:spMkLst>
        </pc:spChg>
        <pc:picChg chg="del">
          <ac:chgData name="Jaouher ROMDHANE" userId="efdc7ed9-8590-4574-abc6-a3752e5e4065" providerId="ADAL" clId="{C1EC1D90-AFA6-4A41-BE03-9115CDB38A29}" dt="2023-08-08T08:23:52.282" v="111" actId="478"/>
          <ac:picMkLst>
            <pc:docMk/>
            <pc:sldMk cId="2275858890" sldId="316"/>
            <ac:picMk id="5" creationId="{37705025-705B-4F76-720A-52C4BECA9491}"/>
          </ac:picMkLst>
        </pc:picChg>
        <pc:picChg chg="add del mod">
          <ac:chgData name="Jaouher ROMDHANE" userId="efdc7ed9-8590-4574-abc6-a3752e5e4065" providerId="ADAL" clId="{C1EC1D90-AFA6-4A41-BE03-9115CDB38A29}" dt="2023-08-08T08:27:17.510" v="152" actId="478"/>
          <ac:picMkLst>
            <pc:docMk/>
            <pc:sldMk cId="2275858890" sldId="316"/>
            <ac:picMk id="8" creationId="{F90D289B-1BE3-C585-4992-6930602691F1}"/>
          </ac:picMkLst>
        </pc:picChg>
        <pc:picChg chg="del mod">
          <ac:chgData name="Jaouher ROMDHANE" userId="efdc7ed9-8590-4574-abc6-a3752e5e4065" providerId="ADAL" clId="{C1EC1D90-AFA6-4A41-BE03-9115CDB38A29}" dt="2023-08-08T08:27:18.390" v="153" actId="478"/>
          <ac:picMkLst>
            <pc:docMk/>
            <pc:sldMk cId="2275858890" sldId="316"/>
            <ac:picMk id="14" creationId="{7A77A030-510F-7E88-1826-49A36EF4D38E}"/>
          </ac:picMkLst>
        </pc:picChg>
        <pc:picChg chg="add mod">
          <ac:chgData name="Jaouher ROMDHANE" userId="efdc7ed9-8590-4574-abc6-a3752e5e4065" providerId="ADAL" clId="{C1EC1D90-AFA6-4A41-BE03-9115CDB38A29}" dt="2023-08-08T08:28:40.923" v="160" actId="1076"/>
          <ac:picMkLst>
            <pc:docMk/>
            <pc:sldMk cId="2275858890" sldId="316"/>
            <ac:picMk id="1025" creationId="{F83DB92A-5C7A-D1F5-659F-4DCFF528AEF0}"/>
          </ac:picMkLst>
        </pc:picChg>
        <pc:picChg chg="add mod">
          <ac:chgData name="Jaouher ROMDHANE" userId="efdc7ed9-8590-4574-abc6-a3752e5e4065" providerId="ADAL" clId="{C1EC1D90-AFA6-4A41-BE03-9115CDB38A29}" dt="2023-08-08T08:29:24.203" v="166" actId="1076"/>
          <ac:picMkLst>
            <pc:docMk/>
            <pc:sldMk cId="2275858890" sldId="316"/>
            <ac:picMk id="1028" creationId="{837A7D03-43B1-B94C-E0D9-BBB6296A84A4}"/>
          </ac:picMkLst>
        </pc:picChg>
      </pc:sldChg>
      <pc:sldChg chg="addSp modSp add mod">
        <pc:chgData name="Jaouher ROMDHANE" userId="efdc7ed9-8590-4574-abc6-a3752e5e4065" providerId="ADAL" clId="{C1EC1D90-AFA6-4A41-BE03-9115CDB38A29}" dt="2023-08-08T08:26:20.272" v="127" actId="1076"/>
        <pc:sldMkLst>
          <pc:docMk/>
          <pc:sldMk cId="1905243963" sldId="317"/>
        </pc:sldMkLst>
        <pc:picChg chg="add mod">
          <ac:chgData name="Jaouher ROMDHANE" userId="efdc7ed9-8590-4574-abc6-a3752e5e4065" providerId="ADAL" clId="{C1EC1D90-AFA6-4A41-BE03-9115CDB38A29}" dt="2023-08-08T08:26:20.272" v="127" actId="1076"/>
          <ac:picMkLst>
            <pc:docMk/>
            <pc:sldMk cId="1905243963" sldId="317"/>
            <ac:picMk id="5" creationId="{A1B06C5E-5534-3FB4-4EE7-AE53B05B17E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04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572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4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53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66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4381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52414" y="1971244"/>
            <a:ext cx="8673872" cy="553998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l">
              <a:buFont typeface="Arial"/>
              <a:buNone/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566267"/>
            <a:ext cx="8673872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0" y="3711677"/>
            <a:ext cx="9144000" cy="675319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414" y="3954254"/>
            <a:ext cx="4360862" cy="184666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4386996"/>
            <a:ext cx="9144000" cy="10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553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4F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Confidential Property of Schneider Electric |</a:t>
            </a:r>
            <a:endParaRPr lang="en-US" dirty="0"/>
          </a:p>
        </p:txBody>
      </p:sp>
      <p:pic>
        <p:nvPicPr>
          <p:cNvPr id="15" name="Picture 14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4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144000" cy="2908710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0" bIns="252000" anchor="b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900386"/>
            <a:ext cx="9144000" cy="373063"/>
          </a:xfrm>
          <a:prstGeom prst="rect">
            <a:avLst/>
          </a:prstGeom>
          <a:solidFill>
            <a:schemeClr val="tx2"/>
          </a:solidFill>
        </p:spPr>
        <p:txBody>
          <a:bodyPr lIns="252000" tIns="0" rIns="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pic>
        <p:nvPicPr>
          <p:cNvPr id="11" name="Picture 10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1506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2041071"/>
            <a:ext cx="9144000" cy="867640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0" bIns="0" anchor="ctr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900386"/>
            <a:ext cx="9144000" cy="373063"/>
          </a:xfrm>
          <a:prstGeom prst="rect">
            <a:avLst/>
          </a:prstGeom>
          <a:solidFill>
            <a:schemeClr val="tx2"/>
          </a:solidFill>
        </p:spPr>
        <p:txBody>
          <a:bodyPr lIns="252000" tIns="0" rIns="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pic>
        <p:nvPicPr>
          <p:cNvPr id="13" name="Picture 12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69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1981308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1981308"/>
            <a:ext cx="9144000" cy="3162191"/>
          </a:xfrm>
          <a:prstGeom prst="rect">
            <a:avLst/>
          </a:prstGeom>
          <a:solidFill>
            <a:schemeClr val="tx2"/>
          </a:solidFill>
        </p:spPr>
        <p:txBody>
          <a:bodyPr lIns="252000" tIns="252000" rIns="252000" bIns="252000" anchor="t" anchorCtr="0"/>
          <a:lstStyle>
            <a:lvl1pPr algn="l">
              <a:defRPr sz="24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08245"/>
            <a:ext cx="9144000" cy="373063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25200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5293" y="4601873"/>
            <a:ext cx="1800991" cy="446646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94583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613273" y="-2"/>
            <a:ext cx="4530727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Your Content Here</a:t>
            </a:r>
          </a:p>
        </p:txBody>
      </p:sp>
      <p:sp>
        <p:nvSpPr>
          <p:cNvPr id="15" name="Rectangle 14"/>
          <p:cNvSpPr/>
          <p:nvPr userDrawn="1"/>
        </p:nvSpPr>
        <p:spPr>
          <a:xfrm rot="5400000">
            <a:off x="-286951" y="243272"/>
            <a:ext cx="5143500" cy="465695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1"/>
          </p:nvPr>
        </p:nvSpPr>
        <p:spPr>
          <a:xfrm>
            <a:off x="-43677" y="-2"/>
            <a:ext cx="5030014" cy="5143502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42913" indent="-265113">
              <a:buFont typeface="Arial"/>
              <a:buChar char="•"/>
              <a:defRPr sz="2000">
                <a:solidFill>
                  <a:schemeClr val="bg1"/>
                </a:solidFill>
              </a:defRPr>
            </a:lvl2pPr>
            <a:lvl3pPr marL="708025" indent="-228600">
              <a:buFont typeface="Lucida Grande"/>
              <a:buChar char="–"/>
              <a:defRPr sz="1800">
                <a:solidFill>
                  <a:schemeClr val="bg1"/>
                </a:solidFill>
              </a:defRPr>
            </a:lvl3pPr>
            <a:lvl4pPr marL="976313" indent="-228600">
              <a:buFont typeface="Lucida Grande"/>
              <a:buChar char="–"/>
              <a:defRPr sz="1600">
                <a:solidFill>
                  <a:schemeClr val="bg1"/>
                </a:solidFill>
              </a:defRPr>
            </a:lvl4pPr>
            <a:lvl5pPr marL="1258888" indent="-231775" defTabSz="314325">
              <a:buFont typeface="Lucida Grande"/>
              <a:buChar char="–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  <p:pic>
        <p:nvPicPr>
          <p:cNvPr id="10" name="Picture 9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3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/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613273" y="0"/>
            <a:ext cx="4530727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Your Content Here</a:t>
            </a:r>
          </a:p>
        </p:txBody>
      </p:sp>
      <p:sp>
        <p:nvSpPr>
          <p:cNvPr id="3" name="Content Placeholder 12"/>
          <p:cNvSpPr>
            <a:spLocks noGrp="1"/>
          </p:cNvSpPr>
          <p:nvPr>
            <p:ph sz="quarter" idx="11"/>
          </p:nvPr>
        </p:nvSpPr>
        <p:spPr>
          <a:xfrm>
            <a:off x="252413" y="982952"/>
            <a:ext cx="3749962" cy="145270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>
            <a:lvl1pPr marL="236538" indent="-236538"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1pPr>
            <a:lvl2pPr marL="457200" indent="-220663">
              <a:buClr>
                <a:schemeClr val="tx2"/>
              </a:buClr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</a:defRPr>
            </a:lvl2pPr>
            <a:lvl3pPr marL="630238" indent="-173038">
              <a:buClr>
                <a:schemeClr val="tx2"/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</a:defRPr>
            </a:lvl3pPr>
            <a:lvl4pPr marL="803275" indent="-173038"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accent1"/>
                </a:solidFill>
              </a:defRPr>
            </a:lvl4pPr>
            <a:lvl5pPr marL="977900" indent="-174625" defTabSz="314325">
              <a:buClr>
                <a:schemeClr val="tx2"/>
              </a:buClr>
              <a:buFont typeface="Arial" panose="020B0604020202020204" pitchFamily="34" charset="0"/>
              <a:buChar char="•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52413" y="348333"/>
            <a:ext cx="3749962" cy="36933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sz="2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23" name="Rectangle 22"/>
          <p:cNvSpPr/>
          <p:nvPr userDrawn="1"/>
        </p:nvSpPr>
        <p:spPr>
          <a:xfrm rot="5400000">
            <a:off x="1854991" y="2385218"/>
            <a:ext cx="5143498" cy="3730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240208" y="0"/>
            <a:ext cx="746127" cy="51435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51857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hite/SE Lif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2175153"/>
            <a:ext cx="8633531" cy="36933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l">
              <a:defRPr sz="2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8056" y="2634497"/>
            <a:ext cx="8633531" cy="215444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55483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hite/SE Lif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58056" y="785476"/>
            <a:ext cx="8633531" cy="430887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l"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Section 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6F60135-AD94-33C3-6E93-E11A2746B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599"/>
            <a:ext cx="9144000" cy="373063"/>
          </a:xfrm>
          <a:prstGeom prst="rect">
            <a:avLst/>
          </a:prstGeom>
          <a:solidFill>
            <a:schemeClr val="tx2">
              <a:alpha val="80000"/>
            </a:schemeClr>
          </a:solidFill>
        </p:spPr>
        <p:txBody>
          <a:bodyPr lIns="252000" tIns="0" rIns="252000" bIns="0" anchor="ctr" anchorCtr="0"/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FBE3A01-2482-1916-616A-B134A50197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8763" y="1503045"/>
            <a:ext cx="8632825" cy="16970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6113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w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52164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w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E8F93">
              <a:alpha val="20000"/>
            </a:srgbClr>
          </a:solidFill>
        </p:spPr>
        <p:txBody>
          <a:bodyPr/>
          <a:lstStyle>
            <a:lvl1pPr marL="0" indent="0">
              <a:buNone/>
              <a:defRPr sz="105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Drag Your Image Here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pic>
        <p:nvPicPr>
          <p:cNvPr id="9" name="Picture 8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94746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QUOTE OR CALLOUT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pic>
        <p:nvPicPr>
          <p:cNvPr id="10" name="Picture 9" descr="schneider_LIO_Life-Green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201" y="4509591"/>
            <a:ext cx="1922297" cy="530004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91992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on SE Life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52413" y="1713559"/>
            <a:ext cx="8577821" cy="12311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Font typeface="Arial"/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 OR CALLOUT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414" y="2955454"/>
            <a:ext cx="857782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pic>
        <p:nvPicPr>
          <p:cNvPr id="8" name="Picture 7" descr="schneider_LIO_White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4510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eave_175139600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528318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463028807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3927686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62180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674435" y="4851248"/>
            <a:ext cx="8351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553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  <p:pic>
        <p:nvPicPr>
          <p:cNvPr id="10" name="Picture 9" descr="Weave_486603441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kern="120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533183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2513175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015690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2794209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1536511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ve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eave_528351183_LIO.jp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3620222"/>
            <a:ext cx="9144000" cy="1523278"/>
          </a:xfrm>
          <a:prstGeom prst="rect">
            <a:avLst/>
          </a:prstGeom>
          <a:gradFill>
            <a:gsLst>
              <a:gs pos="0">
                <a:schemeClr val="tx1">
                  <a:alpha val="2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schneider_LIO_White_RGB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947" y="4521136"/>
            <a:ext cx="1907005" cy="506914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891" y="485715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3" y="4857154"/>
            <a:ext cx="1509767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Confidential Property of Schneider Electric |</a:t>
            </a:r>
          </a:p>
        </p:txBody>
      </p:sp>
    </p:spTree>
    <p:extLst>
      <p:ext uri="{BB962C8B-B14F-4D97-AF65-F5344CB8AC3E}">
        <p14:creationId xmlns:p14="http://schemas.microsoft.com/office/powerpoint/2010/main" val="2297509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hneider_LIO_White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549" y="2064587"/>
            <a:ext cx="3678903" cy="101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4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1235388660,&quot;Placement&quot;:&quot;Footer&quot;,&quot;Top&quot;:390.346863,&quot;Left&quot;:342.094818,&quot;SlideWidth&quot;:720,&quot;SlideHeight&quot;:405}">
            <a:extLst>
              <a:ext uri="{FF2B5EF4-FFF2-40B4-BE49-F238E27FC236}">
                <a16:creationId xmlns:a16="http://schemas.microsoft.com/office/drawing/2014/main" id="{C9B86D5C-8C63-12FD-CB47-61D8AEEA2EB5}"/>
              </a:ext>
            </a:extLst>
          </p:cNvPr>
          <p:cNvSpPr txBox="1"/>
          <p:nvPr userDrawn="1"/>
        </p:nvSpPr>
        <p:spPr>
          <a:xfrm>
            <a:off x="4344604" y="4957405"/>
            <a:ext cx="454791" cy="18609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600">
                <a:solidFill>
                  <a:srgbClr val="626469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5486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9" r:id="rId3"/>
    <p:sldLayoutId id="2147483687" r:id="rId4"/>
    <p:sldLayoutId id="2147483688" r:id="rId5"/>
    <p:sldLayoutId id="2147483689" r:id="rId6"/>
    <p:sldLayoutId id="2147483672" r:id="rId7"/>
    <p:sldLayoutId id="2147483692" r:id="rId8"/>
    <p:sldLayoutId id="2147483670" r:id="rId9"/>
    <p:sldLayoutId id="2147483671" r:id="rId10"/>
    <p:sldLayoutId id="2147483686" r:id="rId11"/>
    <p:sldLayoutId id="2147483690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91" r:id="rId19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24831-679D-FFB1-A8F7-0952FE16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290871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Winder / Unwinder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96D00E-AE85-AF80-F473-21382A82EF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Jaouher </a:t>
            </a:r>
            <a:r>
              <a:rPr lang="en-US" dirty="0" err="1"/>
              <a:t>Romdhane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02171A-C1FD-17C6-60C4-18714CAA7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331A6D-A5CC-C1AF-2E4C-8587AE030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27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Strategies for Winder/Unwinder Systems</a:t>
            </a:r>
            <a:br>
              <a:rPr lang="fr-FR" sz="1800" b="1" kern="0" cap="small" dirty="0">
                <a:solidFill>
                  <a:srgbClr val="0000FF"/>
                </a:solidFill>
                <a:effectLst/>
                <a:latin typeface="Arial" panose="020B06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3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D3652-D789-912C-3DE4-E0875A1B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07" y="639824"/>
            <a:ext cx="8633531" cy="373064"/>
          </a:xfrm>
        </p:spPr>
        <p:txBody>
          <a:bodyPr/>
          <a:lstStyle/>
          <a:p>
            <a:r>
              <a:rPr lang="en-US" sz="2400" dirty="0"/>
              <a:t>General design:</a:t>
            </a:r>
            <a:br>
              <a:rPr lang="en-US" dirty="0"/>
            </a:b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 General design and </a:t>
            </a:r>
            <a:r>
              <a:rPr lang="en-GB" dirty="0"/>
              <a:t>Winding technique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707" y="834429"/>
            <a:ext cx="8632825" cy="1697038"/>
          </a:xfrm>
        </p:spPr>
        <p:txBody>
          <a:bodyPr/>
          <a:lstStyle/>
          <a:p>
            <a:r>
              <a:rPr lang="en-US" dirty="0"/>
              <a:t>Winder/Unwinder solution includes</a:t>
            </a:r>
          </a:p>
          <a:p>
            <a:pPr lvl="1"/>
            <a:r>
              <a:rPr lang="en-US" dirty="0"/>
              <a:t>Winder drive</a:t>
            </a:r>
          </a:p>
          <a:p>
            <a:pPr lvl="1"/>
            <a:r>
              <a:rPr lang="en-US" dirty="0"/>
              <a:t>Material web</a:t>
            </a:r>
          </a:p>
          <a:p>
            <a:pPr lvl="1"/>
            <a:r>
              <a:rPr lang="en-US" dirty="0"/>
              <a:t>Possibly sensors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8A389F-CBC7-AAE0-1F8D-4820001E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616" y="2779168"/>
            <a:ext cx="2879725" cy="102108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748E7F8-E1D0-F1A3-5026-63117478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541" y="2864391"/>
            <a:ext cx="2879725" cy="95377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9F29F1F-7BCC-3444-1A8B-2997E399C385}"/>
              </a:ext>
            </a:extLst>
          </p:cNvPr>
          <p:cNvSpPr txBox="1"/>
          <p:nvPr/>
        </p:nvSpPr>
        <p:spPr>
          <a:xfrm>
            <a:off x="2326820" y="3823571"/>
            <a:ext cx="138531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Center winder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5C24537-C41B-2493-4D6A-C5BFD91426EE}"/>
              </a:ext>
            </a:extLst>
          </p:cNvPr>
          <p:cNvSpPr txBox="1"/>
          <p:nvPr/>
        </p:nvSpPr>
        <p:spPr>
          <a:xfrm>
            <a:off x="5636077" y="3823571"/>
            <a:ext cx="14702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Surface winder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EBB157B-0364-A96D-B385-A14D11960651}"/>
              </a:ext>
            </a:extLst>
          </p:cNvPr>
          <p:cNvSpPr txBox="1">
            <a:spLocks/>
          </p:cNvSpPr>
          <p:nvPr/>
        </p:nvSpPr>
        <p:spPr>
          <a:xfrm>
            <a:off x="367895" y="2402602"/>
            <a:ext cx="8633531" cy="80021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Winding techniques: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0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D3652-D789-912C-3DE4-E0875A1B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" y="656840"/>
            <a:ext cx="8633531" cy="488153"/>
          </a:xfrm>
        </p:spPr>
        <p:txBody>
          <a:bodyPr/>
          <a:lstStyle/>
          <a:p>
            <a:r>
              <a:rPr lang="en-GB" sz="2400" dirty="0"/>
              <a:t>Methods of controlling the tension of web</a:t>
            </a:r>
            <a:br>
              <a:rPr lang="en-US" dirty="0"/>
            </a:b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Methods of controlling the tension of web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1707" y="834429"/>
            <a:ext cx="8632825" cy="1697038"/>
          </a:xfrm>
        </p:spPr>
        <p:txBody>
          <a:bodyPr/>
          <a:lstStyle/>
          <a:p>
            <a:r>
              <a:rPr lang="en-US" sz="2200" dirty="0"/>
              <a:t>Three closed-loop control techniques are mainly used for winders:</a:t>
            </a:r>
          </a:p>
          <a:p>
            <a:pPr marL="342900" lvl="0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Closed-loop dancer roll control</a:t>
            </a:r>
            <a:endParaRPr lang="fr-F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-"/>
            </a:pP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Indirect closed-loop tension control (open-loop torque control)</a:t>
            </a:r>
            <a:endParaRPr lang="fr-F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Closed-loop tension force control</a:t>
            </a:r>
            <a:endParaRPr lang="fr-F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9B3EB66-3E0D-2334-54A7-4CB2EE6F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47" y="2509071"/>
            <a:ext cx="3019888" cy="180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DC2733F-CCDC-B64B-F80B-BBA12B1BF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765" y="2509071"/>
            <a:ext cx="2958597" cy="180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DC98825-DA92-8E48-87E3-61435733A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304" y="2509071"/>
            <a:ext cx="2921328" cy="1800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88C496D-7A13-A826-229C-6659C8B39A5E}"/>
              </a:ext>
            </a:extLst>
          </p:cNvPr>
          <p:cNvSpPr txBox="1"/>
          <p:nvPr/>
        </p:nvSpPr>
        <p:spPr>
          <a:xfrm>
            <a:off x="697123" y="4290687"/>
            <a:ext cx="1912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Open-loop Torque control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35CCC8D-50A5-6CDC-3FE9-DCDFCCFFB67B}"/>
              </a:ext>
            </a:extLst>
          </p:cNvPr>
          <p:cNvSpPr txBox="1"/>
          <p:nvPr/>
        </p:nvSpPr>
        <p:spPr>
          <a:xfrm>
            <a:off x="3211713" y="4309071"/>
            <a:ext cx="2106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Closed-loop Tension Control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0C0C220-9654-9917-ADC5-48C5DAA8EDF3}"/>
              </a:ext>
            </a:extLst>
          </p:cNvPr>
          <p:cNvSpPr txBox="1"/>
          <p:nvPr/>
        </p:nvSpPr>
        <p:spPr>
          <a:xfrm>
            <a:off x="5920265" y="4290686"/>
            <a:ext cx="2074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Closed-loop Dancer Control</a:t>
            </a:r>
          </a:p>
        </p:txBody>
      </p:sp>
    </p:spTree>
    <p:extLst>
      <p:ext uri="{BB962C8B-B14F-4D97-AF65-F5344CB8AC3E}">
        <p14:creationId xmlns:p14="http://schemas.microsoft.com/office/powerpoint/2010/main" val="202512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Open Loop Torque Control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136" y="394093"/>
            <a:ext cx="8632825" cy="1697038"/>
          </a:xfrm>
        </p:spPr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Operates without needing feedback devices for tension or position</a:t>
            </a:r>
          </a:p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Calculate he required torque to adjust the tension between rolls.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Cost-effective (no need for expensive sensors)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-"/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Simplicity and straightforward implementation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Suitable for basic applications without complex control needs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feedback leads to reduced precision in tension control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suitable for high-performance winding systems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D48ADB8-44A8-7027-0F91-6EAE5B89C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40" y="2790232"/>
            <a:ext cx="3019888" cy="1800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75B34F0-FBD1-E244-B8BE-99B1B207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885" y="2790232"/>
            <a:ext cx="5029575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Closed Loop Tension Control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136" y="394093"/>
            <a:ext cx="8632825" cy="1697038"/>
          </a:xfrm>
        </p:spPr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Use force feedback for precise tension control</a:t>
            </a:r>
          </a:p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Especially in cases of wide torque ranges or when external disturbances affect the system.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Improved precision in tension control compared to open-loop control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Ability to adapt to varying torque settings and disturbances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Enhanced performance in complex winding applications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Requires measurement devices, which may increase costs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More complex to implement than open-loop control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E31094C-CC01-FC7F-8B77-BE934A21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0" y="2777806"/>
            <a:ext cx="2958597" cy="180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D5F54F5-2B88-8E77-D7A6-0F2C49D8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076" y="2777806"/>
            <a:ext cx="369868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3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Closed Loop dancer roll Control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136" y="394092"/>
            <a:ext cx="8632825" cy="2639393"/>
          </a:xfrm>
        </p:spPr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Uses a position encoder to determine the dancer roll's position and compare it to a setpoint.</a:t>
            </a:r>
          </a:p>
          <a:p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 Changes in tension affect the dancer roll's position, which is corrected by adjusting the winder speed.</a:t>
            </a:r>
          </a:p>
          <a:p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Absorbs brief tension fluctuations due to the dancer roll's material web storage function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Enhances stability in tension control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Allows for automatic correction of position offsets through speed adjustments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Performance is limited by the mechanical design and dynamic characteristics of the dancer roll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US" sz="1400" dirty="0">
                <a:latin typeface="Arial" panose="020B0604020202020204" pitchFamily="34" charset="0"/>
                <a:cs typeface="Times New Roman" panose="02020603050405020304" pitchFamily="18" charset="0"/>
              </a:rPr>
              <a:t>Requires mechanical intervention in the material web, potentially complicating the process</a:t>
            </a: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4AAB43E-422E-EFBF-B6E0-B38CC121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81" y="2900555"/>
            <a:ext cx="2921328" cy="1800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32BE99-6AE7-E2C3-BC83-2FE8371D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154" y="2900555"/>
            <a:ext cx="1990976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0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 Solutions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284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D3652-D789-912C-3DE4-E0875A1B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40" y="585347"/>
            <a:ext cx="8633531" cy="215444"/>
          </a:xfrm>
        </p:spPr>
        <p:txBody>
          <a:bodyPr/>
          <a:lstStyle/>
          <a:p>
            <a:r>
              <a:rPr lang="en-US" sz="1400" dirty="0"/>
              <a:t>ATV71 with card option VW3A508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AA8E89-A5CD-F365-AE45-AFD5D35A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C806DE-E86E-98F5-BA12-8578A44F0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A3FF1E-B369-D662-97C7-3D385ABEB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Option card VW3 A3 508 available with ATV71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FE9309-04F3-B0F2-89D1-0F70E3A41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646" y="908512"/>
            <a:ext cx="4236225" cy="2794257"/>
          </a:xfrm>
        </p:spPr>
        <p:txBody>
          <a:bodyPr/>
          <a:lstStyle/>
          <a:p>
            <a:r>
              <a:rPr lang="en-US" sz="1400" dirty="0"/>
              <a:t>The main features available: </a:t>
            </a:r>
          </a:p>
          <a:p>
            <a:pPr lvl="1"/>
            <a:r>
              <a:rPr lang="en-GB" sz="1400" dirty="0"/>
              <a:t>Operation as a winder or unwinder.</a:t>
            </a:r>
            <a:endParaRPr lang="fr-FR" sz="1400" dirty="0"/>
          </a:p>
          <a:p>
            <a:pPr lvl="1"/>
            <a:r>
              <a:rPr lang="en-GB" sz="1400" dirty="0"/>
              <a:t>Radius calculation.</a:t>
            </a:r>
            <a:endParaRPr lang="fr-FR" sz="1400" dirty="0"/>
          </a:p>
          <a:p>
            <a:pPr lvl="1"/>
            <a:r>
              <a:rPr lang="en-GB" sz="1400" dirty="0"/>
              <a:t>Tension regulation.</a:t>
            </a:r>
            <a:endParaRPr lang="fr-FR" sz="1400" dirty="0"/>
          </a:p>
          <a:p>
            <a:pPr lvl="1"/>
            <a:r>
              <a:rPr lang="en-GB" sz="1400" dirty="0"/>
              <a:t>Function tension profile.</a:t>
            </a:r>
            <a:endParaRPr lang="fr-FR" sz="1400" dirty="0"/>
          </a:p>
          <a:p>
            <a:pPr lvl="1"/>
            <a:r>
              <a:rPr lang="en-GB" sz="1400" dirty="0"/>
              <a:t>Tension regulation: tension set point.</a:t>
            </a:r>
            <a:endParaRPr lang="fr-FR" sz="1400" dirty="0"/>
          </a:p>
          <a:p>
            <a:pPr lvl="1"/>
            <a:r>
              <a:rPr lang="en-GB" sz="1400" dirty="0"/>
              <a:t>Tension regulation: Speed set point.</a:t>
            </a:r>
            <a:endParaRPr lang="fr-FR" sz="1400" dirty="0"/>
          </a:p>
          <a:p>
            <a:pPr lvl="1"/>
            <a:r>
              <a:rPr lang="en-GB" sz="1400" dirty="0"/>
              <a:t>Line speed calculation.</a:t>
            </a:r>
            <a:endParaRPr lang="fr-FR" sz="1400" dirty="0"/>
          </a:p>
          <a:p>
            <a:pPr lvl="1"/>
            <a:r>
              <a:rPr lang="en-GB" sz="1400" dirty="0"/>
              <a:t>Compensation for inertia.</a:t>
            </a:r>
            <a:endParaRPr lang="fr-FR" sz="1400" dirty="0"/>
          </a:p>
          <a:p>
            <a:pPr lvl="1">
              <a:spcAft>
                <a:spcPts val="300"/>
              </a:spcAft>
            </a:pPr>
            <a:r>
              <a:rPr lang="en-GB" sz="1400" dirty="0"/>
              <a:t>Compensation for frictions.</a:t>
            </a:r>
            <a:endParaRPr lang="fr-FR" sz="1400" dirty="0"/>
          </a:p>
          <a:p>
            <a:pPr lvl="1"/>
            <a:endParaRPr lang="en-US" sz="14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5FAE80-B55B-F492-03F9-024F0CAE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185" y="585347"/>
            <a:ext cx="2312609" cy="18000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03ECF3D-0ADE-AE94-269D-7A253F1CD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90" y="2385347"/>
            <a:ext cx="2880000" cy="212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0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7D946-BC16-D52B-A39F-E4DA54B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55" y="448336"/>
            <a:ext cx="8633531" cy="215444"/>
          </a:xfrm>
        </p:spPr>
        <p:txBody>
          <a:bodyPr/>
          <a:lstStyle/>
          <a:p>
            <a:r>
              <a:rPr lang="en-US" sz="1400" dirty="0" err="1"/>
              <a:t>Tractel</a:t>
            </a:r>
            <a:r>
              <a:rPr lang="en-US" sz="1400" dirty="0"/>
              <a:t> SE solution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7A9331-4C2D-6546-7153-A6944B0D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112F92-CA8E-E2F9-1EA3-BE46059BF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34CB7E-D428-5AD0-986D-EB9F9EA169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Tractel</a:t>
            </a:r>
            <a:r>
              <a:rPr lang="en-US" dirty="0"/>
              <a:t> SE Solution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45EA916-B1BB-DF12-476D-61298CBD5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9951" y="566787"/>
            <a:ext cx="3600000" cy="212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E598716-AA46-DF81-9F9B-81280CE51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68" y="663780"/>
            <a:ext cx="4236225" cy="3948643"/>
          </a:xfrm>
        </p:spPr>
        <p:txBody>
          <a:bodyPr/>
          <a:lstStyle/>
          <a:p>
            <a:r>
              <a:rPr lang="en-US" sz="1400" dirty="0"/>
              <a:t>Automate TSX PREMIUM Unity</a:t>
            </a:r>
          </a:p>
          <a:p>
            <a:r>
              <a:rPr lang="en-US" sz="1400" dirty="0"/>
              <a:t>DCVN or ALTIVAR CVF Variable Speed Drives</a:t>
            </a:r>
          </a:p>
          <a:p>
            <a:r>
              <a:rPr lang="en-US" sz="1400" dirty="0"/>
              <a:t>Understanding of Mechanics and Pilot Section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main features available are:</a:t>
            </a:r>
            <a:endParaRPr lang="fr-FR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Operation as a winder or unwinder.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Winding or unwinding from the top or bottom.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Real-time radius calculation.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Decreasing tension slope based on radius.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Calculation of spool inertia.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Calculation of motor and spool acceleration torques.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Compensation for static and viscous friction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Tension correction using gauges.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During the auto-tuning phase, calculation of static and viscous friction, as well as motor and gearbox inertia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FBF0A2F3-13EC-097F-9982-19F276452CE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5509" y="2806344"/>
            <a:ext cx="3600000" cy="1750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5572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5002" y="0"/>
            <a:ext cx="9144000" cy="5143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 Solution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7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7D946-BC16-D52B-A39F-E4DA54B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7" y="397510"/>
            <a:ext cx="8633531" cy="276999"/>
          </a:xfrm>
        </p:spPr>
        <p:txBody>
          <a:bodyPr/>
          <a:lstStyle/>
          <a:p>
            <a:r>
              <a:rPr lang="en-GB" sz="1800" dirty="0">
                <a:latin typeface="Arial" panose="020B0604020202020204" pitchFamily="34" charset="0"/>
                <a:cs typeface="Times New Roman" panose="02020603050405020304" pitchFamily="18" charset="0"/>
              </a:rPr>
              <a:t>ABB Winder Control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7A9331-4C2D-6546-7153-A6944B0D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112F92-CA8E-E2F9-1EA3-BE46059BF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34CB7E-D428-5AD0-986D-EB9F9EA169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ABB Solution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D3591B9-9AA8-982C-4E93-462BE6F62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68" y="663780"/>
            <a:ext cx="4609037" cy="3948643"/>
          </a:xfrm>
        </p:spPr>
        <p:txBody>
          <a:bodyPr/>
          <a:lstStyle/>
          <a:p>
            <a:r>
              <a:rPr lang="en-GB" sz="1400" dirty="0"/>
              <a:t>The solution is proposed in ACS880 winder control program (option +N5000</a:t>
            </a:r>
            <a:r>
              <a:rPr lang="en-US" sz="1400" dirty="0"/>
              <a:t>).</a:t>
            </a:r>
          </a:p>
          <a:p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main features available are:</a:t>
            </a:r>
            <a:endParaRPr lang="fr-FR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Diameter calculation.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Tension/Dancer Control.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Open Loop Tension Control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 Torque trim Control.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 Speed trim Control.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Dancer Speed trim Control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Taper Function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Friction and Inertia Compensation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Winder stall function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Torque memory.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Automatic Roll change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Web loss and Virtual roll Control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Speed control torque limitation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 to torque conversion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Winder control word logic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E01C054-5571-EF07-803C-BE8080BD6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3119" r="1892" b="3737"/>
          <a:stretch/>
        </p:blipFill>
        <p:spPr>
          <a:xfrm>
            <a:off x="4764505" y="825555"/>
            <a:ext cx="2968252" cy="180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4297225-36F1-5A10-C88B-C4EDB4025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796" y="2714754"/>
            <a:ext cx="2962892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Rockwell automation Solution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76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7D946-BC16-D52B-A39F-E4DA54B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7" y="397510"/>
            <a:ext cx="8633531" cy="276999"/>
          </a:xfrm>
        </p:spPr>
        <p:txBody>
          <a:bodyPr/>
          <a:lstStyle/>
          <a:p>
            <a:r>
              <a:rPr lang="en-GB" sz="1800" dirty="0">
                <a:latin typeface="Arial" panose="020B0604020202020204" pitchFamily="34" charset="0"/>
                <a:cs typeface="Times New Roman" panose="02020603050405020304" pitchFamily="18" charset="0"/>
              </a:rPr>
              <a:t>Rockwell automation Winder Control 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7A9331-4C2D-6546-7153-A6944B0D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112F92-CA8E-E2F9-1EA3-BE46059BF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34CB7E-D428-5AD0-986D-EB9F9EA169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Rockwell automation Solution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D3591B9-9AA8-982C-4E93-462BE6F62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68" y="663780"/>
            <a:ext cx="4609037" cy="4348232"/>
          </a:xfrm>
        </p:spPr>
        <p:txBody>
          <a:bodyPr/>
          <a:lstStyle/>
          <a:p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main features available are:</a:t>
            </a:r>
            <a:endParaRPr lang="fr-FR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 err="1">
                <a:cs typeface="Times New Roman" panose="02020603050405020304" pitchFamily="18" charset="0"/>
              </a:rPr>
              <a:t>Center</a:t>
            </a:r>
            <a:r>
              <a:rPr lang="en-GB" sz="1200" dirty="0">
                <a:cs typeface="Times New Roman" panose="02020603050405020304" pitchFamily="18" charset="0"/>
              </a:rPr>
              <a:t> Driven application.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Torque control for Winder, Unwinder drives.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Speed Limited Adjustable Torque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Speed control for the puller drive.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Speed follows a virtual axis.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 control at line speed.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Full tension control when accelerate and decelerate.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Flexible parameters</a:t>
            </a:r>
            <a:endParaRPr lang="fr-FR" sz="12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Reference speed of machine.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Acceleration time.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Deceleration time.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Roll Unwind tension control.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Roll Wind tension control.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Roll length control.</a:t>
            </a:r>
          </a:p>
          <a:p>
            <a:pPr lvl="2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000" dirty="0">
                <a:cs typeface="Times New Roman" panose="02020603050405020304" pitchFamily="18" charset="0"/>
              </a:rPr>
              <a:t>Roll diameter control.</a:t>
            </a:r>
            <a:endParaRPr lang="fr-FR" sz="10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Drive status, Alarms and Faults</a:t>
            </a:r>
            <a:endParaRPr lang="fr-FR" sz="1200" dirty="0"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3BE51D-2A96-FF32-73EB-A2EB4DB30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113" y="771750"/>
            <a:ext cx="3221023" cy="1800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5D8C553-9F8C-1E12-270E-EC547993F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781" y="2754560"/>
            <a:ext cx="1800000" cy="10341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820024F-7245-FC60-5C31-EDAA4790F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708" y="2734231"/>
            <a:ext cx="1800000" cy="11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1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Siemens Solution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67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7D946-BC16-D52B-A39F-E4DA54B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7" y="397510"/>
            <a:ext cx="8633531" cy="276999"/>
          </a:xfrm>
        </p:spPr>
        <p:txBody>
          <a:bodyPr/>
          <a:lstStyle/>
          <a:p>
            <a:r>
              <a:rPr lang="en-GB" sz="1800" dirty="0">
                <a:latin typeface="Arial" panose="020B0604020202020204" pitchFamily="34" charset="0"/>
                <a:cs typeface="Times New Roman" panose="02020603050405020304" pitchFamily="18" charset="0"/>
              </a:rPr>
              <a:t>Siemens Winder Control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7A9331-4C2D-6546-7153-A6944B0D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112F92-CA8E-E2F9-1EA3-BE46059BF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34CB7E-D428-5AD0-986D-EB9F9EA169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Siemens Solution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D3591B9-9AA8-982C-4E93-462BE6F62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68" y="663780"/>
            <a:ext cx="4609037" cy="3948643"/>
          </a:xfrm>
        </p:spPr>
        <p:txBody>
          <a:bodyPr/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sz="1400" dirty="0">
                <a:cs typeface="Times New Roman" panose="02020603050405020304" pitchFamily="18" charset="0"/>
              </a:rPr>
              <a:t>winder function using easily and quickly SIMOTION.</a:t>
            </a:r>
            <a:endParaRPr lang="fr-FR" sz="1400" dirty="0">
              <a:cs typeface="Times New Roman" panose="02020603050405020304" pitchFamily="18" charset="0"/>
            </a:endParaRPr>
          </a:p>
          <a:p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main features available are:</a:t>
            </a:r>
            <a:endParaRPr lang="fr-FR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Diameter calculator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Tension Taper characteristic.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Controller adaptation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Inertia compensation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cs typeface="Times New Roman" panose="02020603050405020304" pitchFamily="18" charset="0"/>
              </a:rPr>
              <a:t>They proposed four control strategies:</a:t>
            </a:r>
            <a:endParaRPr lang="fr-FR" sz="14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Direct closed-loop tension control with dancer roll using speed correction.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Direct closed-loop tension control using speed correction and a tension measuring transducer.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Direct closed-loop tension control using torque limiting and load cell.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200" dirty="0">
                <a:cs typeface="Times New Roman" panose="02020603050405020304" pitchFamily="18" charset="0"/>
              </a:rPr>
              <a:t>Indirect closed-loop tension control.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FA9E47-DAAB-470A-7D65-F78ACD0DF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893" y="536009"/>
            <a:ext cx="3599815" cy="266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4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7A59DDA2-03FD-352D-0B0F-D9EC5821C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A1B5285-6C1F-30A9-0683-7825CD97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Lenze</a:t>
            </a:r>
            <a:r>
              <a:rPr lang="en-US" dirty="0"/>
              <a:t> Solution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B6DC66-9E2E-087E-F371-165F8F370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9740CD-F817-86D6-B63F-9C2B94A8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38E897-8762-2BED-A503-B76D8C882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27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17D946-BC16-D52B-A39F-E4DA54BE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7" y="397510"/>
            <a:ext cx="8633531" cy="276999"/>
          </a:xfrm>
        </p:spPr>
        <p:txBody>
          <a:bodyPr/>
          <a:lstStyle/>
          <a:p>
            <a:r>
              <a:rPr lang="en-GB" sz="1800" dirty="0" err="1">
                <a:latin typeface="Arial" panose="020B0604020202020204" pitchFamily="34" charset="0"/>
                <a:cs typeface="Times New Roman" panose="02020603050405020304" pitchFamily="18" charset="0"/>
              </a:rPr>
              <a:t>Lenze</a:t>
            </a:r>
            <a:r>
              <a:rPr lang="en-GB" sz="1800" dirty="0">
                <a:latin typeface="Arial" panose="020B0604020202020204" pitchFamily="34" charset="0"/>
                <a:cs typeface="Times New Roman" panose="02020603050405020304" pitchFamily="18" charset="0"/>
              </a:rPr>
              <a:t> Winder Control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7A9331-4C2D-6546-7153-A6944B0D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112F92-CA8E-E2F9-1EA3-BE46059BF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34CB7E-D428-5AD0-986D-EB9F9EA169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Lenze</a:t>
            </a:r>
            <a:r>
              <a:rPr lang="en-US" dirty="0"/>
              <a:t> Solution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FD3591B9-9AA8-982C-4E93-462BE6F62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468" y="663780"/>
            <a:ext cx="4609037" cy="3948643"/>
          </a:xfrm>
        </p:spPr>
        <p:txBody>
          <a:bodyPr/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sz="1200" dirty="0">
                <a:cs typeface="Times New Roman" panose="02020603050405020304" pitchFamily="18" charset="0"/>
              </a:rPr>
              <a:t>solutions for centre winding machines with dancer control or tensile control.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sz="1200" dirty="0">
                <a:cs typeface="Times New Roman" panose="02020603050405020304" pitchFamily="18" charset="0"/>
              </a:rPr>
              <a:t>The Features tension control:</a:t>
            </a: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Internal diameter calculation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Traction configured via ramp generator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Open-loop tension control via characteristic curve function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Automatic identification of the current mass moment of inertia and friction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Acceleration torque and friction compensation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Calculation of material density with landing computer 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sz="1200" dirty="0">
                <a:cs typeface="Times New Roman" panose="02020603050405020304" pitchFamily="18" charset="0"/>
              </a:rPr>
              <a:t>The Features Dancer position control:</a:t>
            </a: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Diameter calculated internally with dancing roller motion compensation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Teaching of dancing roller end positions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Tensile force controlled via characteristic curve function using dancing roller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Automatic identification of the current mass moment of inertia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Acceleration torque compensation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r>
              <a:rPr lang="en-GB" sz="1100" dirty="0">
                <a:cs typeface="Times New Roman" panose="02020603050405020304" pitchFamily="18" charset="0"/>
              </a:rPr>
              <a:t>Calculation of material density with landing computer </a:t>
            </a:r>
            <a:endParaRPr lang="fr-FR" sz="11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en-GB" sz="1200" dirty="0"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fr-FR" sz="14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2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buFont typeface="Arial" panose="020B0604020202020204" pitchFamily="34" charset="0"/>
              <a:buChar char="-"/>
            </a:pPr>
            <a:endParaRPr lang="fr-FR" sz="1400" dirty="0">
              <a:cs typeface="Times New Roman" panose="02020603050405020304" pitchFamily="18" charset="0"/>
            </a:endParaRPr>
          </a:p>
          <a:p>
            <a:pPr lvl="1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-"/>
            </a:pP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EED24B7-FF46-C5D5-26F9-F59DF8C8D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473" y="536009"/>
            <a:ext cx="3002280" cy="252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E9E499-B19B-1700-0CC1-9F3287697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411" y="2816008"/>
            <a:ext cx="3599815" cy="179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9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52014F-772A-F557-1C61-7233EAC68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13" y="1713559"/>
            <a:ext cx="8577821" cy="615553"/>
          </a:xfrm>
        </p:spPr>
        <p:txBody>
          <a:bodyPr/>
          <a:lstStyle/>
          <a:p>
            <a:r>
              <a:rPr lang="en-US" dirty="0"/>
              <a:t>Questions-Answers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C1E075-5249-AEBE-087B-C6D67564F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2C3274-98ED-F0E4-5BF7-C13564061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202638-5368-59F4-537A-E8ABFBA62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Confidential Property of Schneider Electric 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16801"/>
      </p:ext>
    </p:extLst>
  </p:cSld>
  <p:clrMapOvr>
    <a:masterClrMapping/>
  </p:clrMapOvr>
</p:sld>
</file>

<file path=ppt/theme/theme1.xml><?xml version="1.0" encoding="utf-8"?>
<a:theme xmlns:a="http://schemas.openxmlformats.org/drawingml/2006/main" name="SE15_PPT_16x9_Template_Arial.FINAL_FINAL_0925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9CF6D5DF377D499F6E1BD02CCB2F42" ma:contentTypeVersion="10" ma:contentTypeDescription="Crée un document." ma:contentTypeScope="" ma:versionID="056d5f530092d03b868fb5686cb36478">
  <xsd:schema xmlns:xsd="http://www.w3.org/2001/XMLSchema" xmlns:xs="http://www.w3.org/2001/XMLSchema" xmlns:p="http://schemas.microsoft.com/office/2006/metadata/properties" xmlns:ns2="38cae4bf-adf1-472f-a79e-1aaa343c9235" xmlns:ns3="d4a8812a-82c2-49d4-b4ca-a7c4e9786f70" targetNamespace="http://schemas.microsoft.com/office/2006/metadata/properties" ma:root="true" ma:fieldsID="292c6e3e831dca3994fabd9b637ea97f" ns2:_="" ns3:_="">
    <xsd:import namespace="38cae4bf-adf1-472f-a79e-1aaa343c9235"/>
    <xsd:import namespace="d4a8812a-82c2-49d4-b4ca-a7c4e9786f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cae4bf-adf1-472f-a79e-1aaa343c9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a8812a-82c2-49d4-b4ca-a7c4e9786f7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4a8812a-82c2-49d4-b4ca-a7c4e9786f70">
      <UserInfo>
        <DisplayName>Kamal EJJABRAOUI</DisplayName>
        <AccountId>20</AccountId>
        <AccountType/>
      </UserInfo>
      <UserInfo>
        <DisplayName>Albin INEZA</DisplayName>
        <AccountId>17</AccountId>
        <AccountType/>
      </UserInfo>
      <UserInfo>
        <DisplayName>Guillaume CHAUVINEAU</DisplayName>
        <AccountId>41</AccountId>
        <AccountType/>
      </UserInfo>
      <UserInfo>
        <DisplayName>Matthieu Lecesne</DisplayName>
        <AccountId>10</AccountId>
        <AccountType/>
      </UserInfo>
      <UserInfo>
        <DisplayName>SAID TALBI</DisplayName>
        <AccountId>18</AccountId>
        <AccountType/>
      </UserInfo>
      <UserInfo>
        <DisplayName>Vincent PASINI</DisplayName>
        <AccountId>15</AccountId>
        <AccountType/>
      </UserInfo>
      <UserInfo>
        <DisplayName>Wissal BOUANANI</DisplayName>
        <AccountId>45</AccountId>
        <AccountType/>
      </UserInfo>
      <UserInfo>
        <DisplayName>Jaouher ROMDHANE</DisplayName>
        <AccountId>6</AccountId>
        <AccountType/>
      </UserInfo>
      <UserInfo>
        <DisplayName>Mimoun BENDECH</DisplayName>
        <AccountId>37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518D8D-8FF6-465D-B309-BE0FF235DD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cae4bf-adf1-472f-a79e-1aaa343c9235"/>
    <ds:schemaRef ds:uri="d4a8812a-82c2-49d4-b4ca-a7c4e9786f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69710C-C840-4A5A-AA4A-27529E11726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d4a8812a-82c2-49d4-b4ca-a7c4e9786f70"/>
    <ds:schemaRef ds:uri="http://purl.org/dc/elements/1.1/"/>
    <ds:schemaRef ds:uri="http://schemas.microsoft.com/office/2006/metadata/properties"/>
    <ds:schemaRef ds:uri="38cae4bf-adf1-472f-a79e-1aaa343c9235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FD37CF5-CDBD-4DA3-A60A-555E76781E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SE15_PPT_16x9_Template_Arial.FINAL_FINAL_0925</Template>
  <TotalTime>1309</TotalTime>
  <Words>1019</Words>
  <Application>Microsoft Office PowerPoint</Application>
  <PresentationFormat>Affichage à l'écran (16:9)</PresentationFormat>
  <Paragraphs>200</Paragraphs>
  <Slides>19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Lucida Grande</vt:lpstr>
      <vt:lpstr>Times New Roman</vt:lpstr>
      <vt:lpstr>SE15_PPT_16x9_Template_Arial.FINAL_FINAL_0925</vt:lpstr>
      <vt:lpstr>Winder / Unwinder </vt:lpstr>
      <vt:lpstr>Control Strategies for Winder/Unwinder Systems </vt:lpstr>
      <vt:lpstr>General design: </vt:lpstr>
      <vt:lpstr>Methods of controlling the tension of web </vt:lpstr>
      <vt:lpstr>Présentation PowerPoint</vt:lpstr>
      <vt:lpstr>Présentation PowerPoint</vt:lpstr>
      <vt:lpstr>Présentation PowerPoint</vt:lpstr>
      <vt:lpstr>SE Solutions</vt:lpstr>
      <vt:lpstr>ATV71 with card option VW3A508</vt:lpstr>
      <vt:lpstr>Tractel SE solution</vt:lpstr>
      <vt:lpstr>ABB Solution</vt:lpstr>
      <vt:lpstr>ABB Winder Control</vt:lpstr>
      <vt:lpstr>Rockwell automation Solution</vt:lpstr>
      <vt:lpstr>Rockwell automation Winder Control </vt:lpstr>
      <vt:lpstr>Siemens Solution</vt:lpstr>
      <vt:lpstr>Siemens Winder Control</vt:lpstr>
      <vt:lpstr>Lenze Solution</vt:lpstr>
      <vt:lpstr>Lenze Winder Control</vt:lpstr>
      <vt:lpstr>Questions-Answers</vt:lpstr>
    </vt:vector>
  </TitlesOfParts>
  <Company>Schneider Electric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jaouher.romdhane@non.se.com</dc:creator>
  <cp:lastModifiedBy>Jaouher ROMDHANE</cp:lastModifiedBy>
  <cp:revision>44</cp:revision>
  <dcterms:created xsi:type="dcterms:W3CDTF">2016-01-26T12:50:25Z</dcterms:created>
  <dcterms:modified xsi:type="dcterms:W3CDTF">2025-02-05T09:59:10Z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f93e5f-d3c2-49a7-ba94-15405423c204_Enabled">
    <vt:lpwstr>true</vt:lpwstr>
  </property>
  <property fmtid="{D5CDD505-2E9C-101B-9397-08002B2CF9AE}" pid="3" name="MSIP_Label_23f93e5f-d3c2-49a7-ba94-15405423c204_SetDate">
    <vt:lpwstr>2023-09-04T12:34:59Z</vt:lpwstr>
  </property>
  <property fmtid="{D5CDD505-2E9C-101B-9397-08002B2CF9AE}" pid="4" name="MSIP_Label_23f93e5f-d3c2-49a7-ba94-15405423c204_Method">
    <vt:lpwstr>Standard</vt:lpwstr>
  </property>
  <property fmtid="{D5CDD505-2E9C-101B-9397-08002B2CF9AE}" pid="5" name="MSIP_Label_23f93e5f-d3c2-49a7-ba94-15405423c204_Name">
    <vt:lpwstr>SE Internal</vt:lpwstr>
  </property>
  <property fmtid="{D5CDD505-2E9C-101B-9397-08002B2CF9AE}" pid="6" name="MSIP_Label_23f93e5f-d3c2-49a7-ba94-15405423c204_SiteId">
    <vt:lpwstr>6e51e1ad-c54b-4b39-b598-0ffe9ae68fef</vt:lpwstr>
  </property>
  <property fmtid="{D5CDD505-2E9C-101B-9397-08002B2CF9AE}" pid="7" name="MSIP_Label_23f93e5f-d3c2-49a7-ba94-15405423c204_ActionId">
    <vt:lpwstr>aeed3418-e93f-4e00-9dbc-19b26390ed8b</vt:lpwstr>
  </property>
  <property fmtid="{D5CDD505-2E9C-101B-9397-08002B2CF9AE}" pid="8" name="MSIP_Label_23f93e5f-d3c2-49a7-ba94-15405423c204_ContentBits">
    <vt:lpwstr>2</vt:lpwstr>
  </property>
  <property fmtid="{D5CDD505-2E9C-101B-9397-08002B2CF9AE}" pid="9" name="ContentTypeId">
    <vt:lpwstr>0x0101007C9CF6D5DF377D499F6E1BD02CCB2F42</vt:lpwstr>
  </property>
  <property fmtid="{D5CDD505-2E9C-101B-9397-08002B2CF9AE}" pid="10" name="MediaServiceImageTags">
    <vt:lpwstr/>
  </property>
</Properties>
</file>